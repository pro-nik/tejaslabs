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6E1A2D-080C-4D42-8D77-342C86C5AB63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C6B9E-83CC-4F96-847F-EC9A74983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222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4C5DE8D-5C85-4BB9-9A07-2D36754B6905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7478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FF18B-D03D-400C-8814-A8BFD3F7F66F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012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E328C-AD53-452C-B4F3-4154B7FF5EA8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83315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44AEB-8AF4-4E5E-A850-08FB27C1D08E}" type="datetime1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012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72DC1-E54F-42BC-907C-A9FD068367D1}" type="datetime1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746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3101F-C635-4A1A-AB37-C53FD2A12B26}" type="datetime1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08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0A95F-7D30-4CBC-85F9-56C4587E458C}" type="datetime1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59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4253-BB9C-41ED-BE62-AF1284F744BC}" type="datetime1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27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B0EB-D620-41C2-89F0-7BC05A629B39}" type="datetime1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66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4971D-F47A-4504-AC6C-95F8AA3E6098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291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4F7D8-6658-4D93-8E6D-12A933F0C7E1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538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4DEF463-F4D5-446B-BD03-143FACDBE04E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E811D77-BB8C-4851-97BA-57BC74C4C697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0339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5750-5054-67D1-581B-636B0DD986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 Structure practical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2B94CA-B168-4078-18EB-1226B34227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PRESENTED BY</a:t>
            </a:r>
          </a:p>
          <a:p>
            <a:r>
              <a:rPr lang="en-IN" sz="2400" b="1" dirty="0"/>
              <a:t>MR. N. K. S. YADAV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4FBCE1-A4CA-C763-F829-78320D478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99CAB-E731-98D8-5806-F430A333B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033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24E60-3FF1-4F7C-7543-A0F6DE65B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2.2 Binary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5BD0F-D79C-1DF5-BB51-1A7E22016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</a:p>
          <a:p>
            <a:r>
              <a:rPr lang="en-US" b="1" dirty="0"/>
              <a:t>Binary Search</a:t>
            </a:r>
            <a:r>
              <a:rPr lang="en-US" dirty="0"/>
              <a:t> is a searching technique used to find an element in a </a:t>
            </a:r>
            <a:r>
              <a:rPr lang="en-US" b="1" dirty="0"/>
              <a:t>sorted array</a:t>
            </a:r>
            <a:r>
              <a:rPr lang="en-US" dirty="0"/>
              <a:t> by repeatedly dividing the array into two halves.</a:t>
            </a:r>
          </a:p>
          <a:p>
            <a:r>
              <a:rPr lang="en-US" dirty="0"/>
              <a:t>Instead of checking each element one by one (like Linear Search), binary search </a:t>
            </a:r>
            <a:r>
              <a:rPr lang="en-US" b="1" dirty="0"/>
              <a:t>cuts the search area in half every step</a:t>
            </a:r>
            <a:r>
              <a:rPr lang="en-US" dirty="0"/>
              <a:t>, making it much faster.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8B5B6-DBDD-466E-7DAD-C161DC4D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3D4C2-9598-37E7-1DF1-D5FD10A55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891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3B557-CBF6-ACC4-E04A-B86538B05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Algorithm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4558A-09F1-DE5F-1095-16FAEDA0F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890445"/>
            <a:ext cx="9720073" cy="4798031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300" b="1" dirty="0"/>
              <a:t>Start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b="1" dirty="0"/>
              <a:t>Read number of elements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b="1" dirty="0"/>
              <a:t>Input sorted array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b="1" dirty="0"/>
              <a:t>Input element to search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b="1" dirty="0"/>
              <a:t>Set low = 0 and high = n-1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b="1" dirty="0"/>
              <a:t>Find mid = (low + high)/2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b="1" dirty="0"/>
              <a:t>If key == </a:t>
            </a:r>
            <a:r>
              <a:rPr lang="en-US" sz="2300" b="1" dirty="0" err="1"/>
              <a:t>arr</a:t>
            </a:r>
            <a:r>
              <a:rPr lang="en-US" sz="2300" b="1" dirty="0"/>
              <a:t>[mid] → element found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b="1" dirty="0"/>
              <a:t>If key &lt; </a:t>
            </a:r>
            <a:r>
              <a:rPr lang="en-US" sz="2300" b="1" dirty="0" err="1"/>
              <a:t>arr</a:t>
            </a:r>
            <a:r>
              <a:rPr lang="en-US" sz="2300" b="1" dirty="0"/>
              <a:t>[mid] → high = mid - 1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b="1" dirty="0"/>
              <a:t>If key &gt; </a:t>
            </a:r>
            <a:r>
              <a:rPr lang="en-US" sz="2300" b="1" dirty="0" err="1"/>
              <a:t>arr</a:t>
            </a:r>
            <a:r>
              <a:rPr lang="en-US" sz="2300" b="1" dirty="0"/>
              <a:t>[mid] → low = mid + 1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b="1" dirty="0"/>
              <a:t>Repeat until low &lt;= high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b="1" dirty="0"/>
              <a:t>If not found → display message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b="1" dirty="0"/>
              <a:t>Stop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06E6D-CE44-585A-2F4F-AF2D2759A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876E9E-E4D0-5FB8-047A-5AA91418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801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DE0E8-C583-C39D-9637-AAC4EA3EC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Search C Program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11F68D-9984-0528-814F-79423D646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739812"/>
            <a:ext cx="7400681" cy="48151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9F3EF2-9A51-19CB-6718-C6150E0FC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187582-AFA9-0F5F-67B8-F85CFC61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678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531DD-9566-498D-82AF-94FDB8B19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7E584-5545-7BF1-C039-3E40712E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Search C Program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DDF0C2-554D-CF34-41FE-34A0E1391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53" y="1918936"/>
            <a:ext cx="6654741" cy="477062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88AC0-3972-71D6-F71E-DF00A4458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A2236-594E-CE82-20E7-D17A2F267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732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F7BB7-BD8A-93E1-894E-6FE4E5ABC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Search C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AE9DD-E0D1-CEF0-6649-F0C659955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 main()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int </a:t>
            </a:r>
            <a:r>
              <a:rPr lang="en-IN" dirty="0" err="1"/>
              <a:t>arr</a:t>
            </a:r>
            <a:r>
              <a:rPr lang="en-IN" dirty="0"/>
              <a:t>[100], n, </a:t>
            </a:r>
            <a:r>
              <a:rPr lang="en-IN" dirty="0" err="1"/>
              <a:t>i</a:t>
            </a:r>
            <a:r>
              <a:rPr lang="en-IN" dirty="0"/>
              <a:t>, key;</a:t>
            </a:r>
            <a:br>
              <a:rPr lang="en-IN" dirty="0"/>
            </a:br>
            <a:r>
              <a:rPr lang="en-IN" dirty="0"/>
              <a:t>int low, high, mid;</a:t>
            </a:r>
            <a:br>
              <a:rPr lang="en-IN" dirty="0"/>
            </a:br>
            <a:r>
              <a:rPr lang="en-IN" dirty="0"/>
              <a:t>int found = 0;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printf</a:t>
            </a:r>
            <a:r>
              <a:rPr lang="en-IN" dirty="0"/>
              <a:t>("Enter number of elements: ");</a:t>
            </a:r>
            <a:br>
              <a:rPr lang="en-IN" dirty="0"/>
            </a:br>
            <a:r>
              <a:rPr lang="en-IN" dirty="0" err="1"/>
              <a:t>scanf</a:t>
            </a:r>
            <a:r>
              <a:rPr lang="en-IN" dirty="0"/>
              <a:t>("%d", &amp;n);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printf</a:t>
            </a:r>
            <a:r>
              <a:rPr lang="en-IN" dirty="0"/>
              <a:t>("Enter sorted array elements:\n");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for(</a:t>
            </a:r>
            <a:r>
              <a:rPr lang="en-IN" dirty="0" err="1"/>
              <a:t>i</a:t>
            </a:r>
            <a:r>
              <a:rPr lang="en-IN" dirty="0"/>
              <a:t>=0; </a:t>
            </a:r>
            <a:r>
              <a:rPr lang="en-IN" dirty="0" err="1"/>
              <a:t>i</a:t>
            </a:r>
            <a:r>
              <a:rPr lang="en-IN" dirty="0"/>
              <a:t>&lt;n; </a:t>
            </a:r>
            <a:r>
              <a:rPr lang="en-IN" dirty="0" err="1"/>
              <a:t>i</a:t>
            </a:r>
            <a:r>
              <a:rPr lang="en-IN" dirty="0"/>
              <a:t>++)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 err="1"/>
              <a:t>scanf</a:t>
            </a:r>
            <a:r>
              <a:rPr lang="en-IN" dirty="0"/>
              <a:t>("%d", &amp;</a:t>
            </a:r>
            <a:r>
              <a:rPr lang="en-IN" dirty="0" err="1"/>
              <a:t>arr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printf</a:t>
            </a:r>
            <a:r>
              <a:rPr lang="en-IN" dirty="0"/>
              <a:t>("Enter element to search: ");</a:t>
            </a:r>
            <a:br>
              <a:rPr lang="en-IN" dirty="0"/>
            </a:br>
            <a:r>
              <a:rPr lang="en-IN" dirty="0" err="1"/>
              <a:t>scanf</a:t>
            </a:r>
            <a:r>
              <a:rPr lang="en-IN" dirty="0"/>
              <a:t>("%d", &amp;key);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low = 0;</a:t>
            </a:r>
            <a:br>
              <a:rPr lang="en-IN" dirty="0"/>
            </a:br>
            <a:r>
              <a:rPr lang="en-IN" dirty="0"/>
              <a:t>high = n - 1;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D52B0A-229D-7036-DC2C-D9F9C973F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DD85D9-9206-489B-91E4-5CC6B1C54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047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7D7E2-C74F-81D4-DD47-7CEC74EB2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BDC88-0733-CC29-2C43-51FF14080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Search C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D4FE6-F236-2173-E526-86CBF9CA7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while(low &lt;= high)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mid = (low + high) / 2;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if(</a:t>
            </a:r>
            <a:r>
              <a:rPr lang="en-US" dirty="0" err="1"/>
              <a:t>arr</a:t>
            </a:r>
            <a:r>
              <a:rPr lang="en-US" dirty="0"/>
              <a:t>[mid] == key)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 err="1"/>
              <a:t>printf</a:t>
            </a:r>
            <a:r>
              <a:rPr lang="en-US" dirty="0"/>
              <a:t>("Element found at position %d", mid + 1);</a:t>
            </a:r>
            <a:br>
              <a:rPr lang="en-US" dirty="0"/>
            </a:br>
            <a:r>
              <a:rPr lang="en-US" dirty="0"/>
              <a:t>found = 1;</a:t>
            </a:r>
            <a:br>
              <a:rPr lang="en-US" dirty="0"/>
            </a:br>
            <a:r>
              <a:rPr lang="en-US" dirty="0"/>
              <a:t>break;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else if(key &lt; </a:t>
            </a:r>
            <a:r>
              <a:rPr lang="en-US" dirty="0" err="1"/>
              <a:t>arr</a:t>
            </a:r>
            <a:r>
              <a:rPr lang="en-US" dirty="0"/>
              <a:t>[mid])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high = mid - 1;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else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low = mid + 1;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if(found == 0)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 err="1"/>
              <a:t>printf</a:t>
            </a:r>
            <a:r>
              <a:rPr lang="en-US" dirty="0"/>
              <a:t>("Element not found");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return 0;</a:t>
            </a:r>
            <a:br>
              <a:rPr lang="en-US" dirty="0"/>
            </a:br>
            <a:r>
              <a:rPr lang="en-US" dirty="0"/>
              <a:t>}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4D7AFA-5344-0395-726C-DBA007400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F2A23B-32B3-F365-F3B0-BB03540A1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133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470FB-9CD3-6ADF-0533-3B0088A47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Sorting (Bubble, insertion, selection)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91E1C-F711-0870-A216-1963A6BFB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Sorting</a:t>
            </a:r>
            <a:r>
              <a:rPr lang="en-US" dirty="0"/>
              <a:t> is the process of </a:t>
            </a:r>
            <a:r>
              <a:rPr lang="en-US" b="1" dirty="0"/>
              <a:t>arranging elements in a particular order</a:t>
            </a:r>
            <a:r>
              <a:rPr lang="en-US" dirty="0"/>
              <a:t>, usually </a:t>
            </a:r>
            <a:r>
              <a:rPr lang="en-US" b="1" dirty="0"/>
              <a:t>ascending (small to large)</a:t>
            </a:r>
            <a:r>
              <a:rPr lang="en-US" dirty="0"/>
              <a:t> or </a:t>
            </a:r>
            <a:r>
              <a:rPr lang="en-US" b="1" dirty="0"/>
              <a:t>descending (large to small)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r>
              <a:rPr lang="en-US" dirty="0"/>
              <a:t>Unsorted array</a:t>
            </a:r>
          </a:p>
          <a:p>
            <a:r>
              <a:rPr lang="en-US" dirty="0"/>
              <a:t>8 3 5 2 9</a:t>
            </a:r>
          </a:p>
          <a:p>
            <a:r>
              <a:rPr lang="en-US" dirty="0"/>
              <a:t>Sorted array (Ascending)</a:t>
            </a:r>
          </a:p>
          <a:p>
            <a:r>
              <a:rPr lang="en-US" dirty="0"/>
              <a:t>2 3 5 8 9</a:t>
            </a:r>
          </a:p>
          <a:p>
            <a:r>
              <a:rPr lang="en-US" dirty="0"/>
              <a:t>Sorted array (Descending)</a:t>
            </a:r>
          </a:p>
          <a:p>
            <a:r>
              <a:rPr lang="en-US" dirty="0"/>
              <a:t>9 8 5 3 2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E8B3E-1BB5-75AF-A328-F824F1FCB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3F97D-C214-FFFD-2333-36EA9B576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238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FA63A-AC8B-6BAB-7ED5-0E498E80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Bubble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1509E-EBBC-3046-4734-69815D62A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Bubble Sort</a:t>
            </a:r>
            <a:r>
              <a:rPr lang="en-US" dirty="0"/>
              <a:t> repeatedly compares </a:t>
            </a:r>
            <a:r>
              <a:rPr lang="en-US" b="1" dirty="0"/>
              <a:t>adjacent elements</a:t>
            </a:r>
            <a:r>
              <a:rPr lang="en-US" dirty="0"/>
              <a:t> and swaps them if they are in the wrong order.</a:t>
            </a:r>
          </a:p>
          <a:p>
            <a:r>
              <a:rPr lang="en-US" dirty="0"/>
              <a:t>After every pass, the </a:t>
            </a:r>
            <a:r>
              <a:rPr lang="en-US" b="1" dirty="0"/>
              <a:t>largest element moves to the end</a:t>
            </a:r>
            <a:r>
              <a:rPr lang="en-US" dirty="0"/>
              <a:t> just like a </a:t>
            </a:r>
            <a:r>
              <a:rPr lang="en-US" b="1" dirty="0"/>
              <a:t>bubble rising to the top of water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D68AEB-1479-1615-1D6E-191FA5513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B27DA8-736E-066B-D0D4-CC5F01527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682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50CB6-F9FD-1F6F-2FC9-B7E92AC6E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096B4-0653-9724-629D-3F97E9EC8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Bubble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F8AA3-0FF4-F806-52BA-F92B7C7E8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31542"/>
            <a:ext cx="9720073" cy="4756934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Example:</a:t>
            </a:r>
          </a:p>
          <a:p>
            <a:r>
              <a:rPr lang="en-IN" dirty="0"/>
              <a:t>5 2 8 1</a:t>
            </a:r>
          </a:p>
          <a:p>
            <a:r>
              <a:rPr lang="en-IN" dirty="0"/>
              <a:t>Pass 1</a:t>
            </a:r>
          </a:p>
          <a:p>
            <a:r>
              <a:rPr lang="en-IN" dirty="0"/>
              <a:t>5 2 -&gt; swap</a:t>
            </a:r>
            <a:br>
              <a:rPr lang="en-IN" dirty="0"/>
            </a:br>
            <a:r>
              <a:rPr lang="en-IN" dirty="0"/>
              <a:t>2 5 8 1</a:t>
            </a:r>
            <a:br>
              <a:rPr lang="en-IN" dirty="0"/>
            </a:br>
            <a:br>
              <a:rPr lang="en-IN" dirty="0"/>
            </a:br>
            <a:r>
              <a:rPr lang="en-IN" dirty="0"/>
              <a:t>5 8 -&gt; no swap</a:t>
            </a:r>
            <a:br>
              <a:rPr lang="en-IN" dirty="0"/>
            </a:br>
            <a:br>
              <a:rPr lang="en-IN" dirty="0"/>
            </a:br>
            <a:r>
              <a:rPr lang="en-IN" dirty="0"/>
              <a:t>8 1 -&gt; swap</a:t>
            </a:r>
            <a:br>
              <a:rPr lang="en-IN" dirty="0"/>
            </a:br>
            <a:r>
              <a:rPr lang="en-IN" dirty="0"/>
              <a:t>2 5 1 8</a:t>
            </a:r>
          </a:p>
          <a:p>
            <a:r>
              <a:rPr lang="en-IN" dirty="0"/>
              <a:t>Pass 2</a:t>
            </a:r>
          </a:p>
          <a:p>
            <a:r>
              <a:rPr lang="en-IN" dirty="0"/>
              <a:t>2 5 -&gt; ok</a:t>
            </a:r>
            <a:br>
              <a:rPr lang="en-IN" dirty="0"/>
            </a:br>
            <a:r>
              <a:rPr lang="en-IN" dirty="0"/>
              <a:t>5 1 -&gt; swap</a:t>
            </a:r>
            <a:br>
              <a:rPr lang="en-IN" dirty="0"/>
            </a:br>
            <a:r>
              <a:rPr lang="en-IN" dirty="0"/>
              <a:t>2 1 5 8</a:t>
            </a:r>
          </a:p>
          <a:p>
            <a:r>
              <a:rPr lang="en-IN" dirty="0"/>
              <a:t>Pass 3</a:t>
            </a:r>
          </a:p>
          <a:p>
            <a:r>
              <a:rPr lang="en-IN" dirty="0"/>
              <a:t>2 1 -&gt; swap</a:t>
            </a:r>
            <a:br>
              <a:rPr lang="en-IN" dirty="0"/>
            </a:br>
            <a:r>
              <a:rPr lang="en-IN" dirty="0"/>
              <a:t>1 2 5 8</a:t>
            </a:r>
          </a:p>
          <a:p>
            <a:r>
              <a:rPr lang="en-IN" dirty="0"/>
              <a:t>Sorted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E3464B-C862-FCE1-B54D-B6DE0BC38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C4784-73DF-B798-FDA2-0C092B538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018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9FDE2-5BA4-644F-3EBA-AB5D9834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C5BE0-0778-3018-2F16-51D937256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Bubble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A6ECF-1B5A-3723-6B40-4DA295B2F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31542"/>
            <a:ext cx="9720073" cy="4756934"/>
          </a:xfrm>
        </p:spPr>
        <p:txBody>
          <a:bodyPr>
            <a:normAutofit/>
          </a:bodyPr>
          <a:lstStyle/>
          <a:p>
            <a:r>
              <a:rPr lang="en-US" b="1" dirty="0"/>
              <a:t>Algorithm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Start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Input array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Compare adjacent elements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Swap if first element is larger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Repeat for all elements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Continue passes until sorted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Stop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00A627-A486-DF7A-59AB-9FE79A972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E54AE-9582-9CE3-3262-A86C6652A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816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E2574-A1EC-1199-1456-BBF0F1E7D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Bubble Sort C Code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DBE5F1-2E9A-44C6-CE66-7D6DE2FD3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2336" y="1556083"/>
            <a:ext cx="6898105" cy="503722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15B3F-DE89-0A00-0F47-001AE21C4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1702F-A395-5F82-B383-3C2B1369F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955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D70E1-49E9-47F9-3E96-473C0DB55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Bubble sort c 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3D7E88-CBD3-6FDF-7AF8-290A8EC960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1844841"/>
            <a:ext cx="6877957" cy="474846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A0B10-00F5-3400-0A23-E31D2E299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3B2A5-B6C9-EFF1-1337-51F09056F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885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0CFBE-5BE0-0729-2F01-37CB4D108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9B97B-25D2-C6C1-AAF5-4CA0A075C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Bubble sort c code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48BA568-E18E-5D37-BD9D-3F356C5AB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#include&lt;stdio.h&gt;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 main()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int </a:t>
            </a:r>
            <a:r>
              <a:rPr lang="en-IN" dirty="0" err="1"/>
              <a:t>arr</a:t>
            </a:r>
            <a:r>
              <a:rPr lang="en-IN" dirty="0"/>
              <a:t>[50], n, </a:t>
            </a:r>
            <a:r>
              <a:rPr lang="en-IN" dirty="0" err="1"/>
              <a:t>i</a:t>
            </a:r>
            <a:r>
              <a:rPr lang="en-IN" dirty="0"/>
              <a:t>, j, temp;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printf</a:t>
            </a:r>
            <a:r>
              <a:rPr lang="en-IN" dirty="0"/>
              <a:t>("Enter number of elements: ");</a:t>
            </a:r>
            <a:br>
              <a:rPr lang="en-IN" dirty="0"/>
            </a:br>
            <a:r>
              <a:rPr lang="en-IN" dirty="0" err="1"/>
              <a:t>scanf</a:t>
            </a:r>
            <a:r>
              <a:rPr lang="en-IN" dirty="0"/>
              <a:t>("%</a:t>
            </a:r>
            <a:r>
              <a:rPr lang="en-IN" dirty="0" err="1"/>
              <a:t>d",&amp;n</a:t>
            </a: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printf</a:t>
            </a:r>
            <a:r>
              <a:rPr lang="en-IN" dirty="0"/>
              <a:t>("Enter elements:\n");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for(</a:t>
            </a:r>
            <a:r>
              <a:rPr lang="en-IN" dirty="0" err="1"/>
              <a:t>i</a:t>
            </a:r>
            <a:r>
              <a:rPr lang="en-IN" dirty="0"/>
              <a:t>=0;i&lt;</a:t>
            </a:r>
            <a:r>
              <a:rPr lang="en-IN" dirty="0" err="1"/>
              <a:t>n;i</a:t>
            </a:r>
            <a:r>
              <a:rPr lang="en-IN" dirty="0"/>
              <a:t>++)</a:t>
            </a:r>
            <a:br>
              <a:rPr lang="en-IN" dirty="0"/>
            </a:br>
            <a:r>
              <a:rPr lang="en-IN" dirty="0" err="1"/>
              <a:t>scanf</a:t>
            </a:r>
            <a:r>
              <a:rPr lang="en-IN" dirty="0"/>
              <a:t>("%d",&amp;</a:t>
            </a:r>
            <a:r>
              <a:rPr lang="en-IN" dirty="0" err="1"/>
              <a:t>arr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]);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A4AD8AB-C183-8051-BCBB-D9D2AE675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16DD997-A0E0-0A35-23FE-B0B0EB1EB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432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1E869-8B2D-570D-DDA8-54E10E50E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52EED-7F3E-BA2D-777A-B9BB6D7A5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Bubble sort c code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C19CA4-2FFD-02F8-0C02-99D3BD340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for(</a:t>
            </a:r>
            <a:r>
              <a:rPr lang="en-IN" dirty="0" err="1"/>
              <a:t>i</a:t>
            </a:r>
            <a:r>
              <a:rPr lang="en-IN" dirty="0"/>
              <a:t>=0;i&lt;n-1;i++)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for(j=0;j&lt;n-i-1;j++)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if(</a:t>
            </a:r>
            <a:r>
              <a:rPr lang="en-IN" dirty="0" err="1"/>
              <a:t>arr</a:t>
            </a:r>
            <a:r>
              <a:rPr lang="en-IN" dirty="0"/>
              <a:t>[j] &gt; </a:t>
            </a:r>
            <a:r>
              <a:rPr lang="en-IN" dirty="0" err="1"/>
              <a:t>arr</a:t>
            </a:r>
            <a:r>
              <a:rPr lang="en-IN" dirty="0"/>
              <a:t>[j+1])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temp = </a:t>
            </a:r>
            <a:r>
              <a:rPr lang="en-IN" dirty="0" err="1"/>
              <a:t>arr</a:t>
            </a:r>
            <a:r>
              <a:rPr lang="en-IN" dirty="0"/>
              <a:t>[j];</a:t>
            </a:r>
            <a:br>
              <a:rPr lang="en-IN" dirty="0"/>
            </a:br>
            <a:r>
              <a:rPr lang="en-IN" dirty="0" err="1"/>
              <a:t>arr</a:t>
            </a:r>
            <a:r>
              <a:rPr lang="en-IN" dirty="0"/>
              <a:t>[j] = </a:t>
            </a:r>
            <a:r>
              <a:rPr lang="en-IN" dirty="0" err="1"/>
              <a:t>arr</a:t>
            </a:r>
            <a:r>
              <a:rPr lang="en-IN" dirty="0"/>
              <a:t>[j+1];</a:t>
            </a:r>
            <a:br>
              <a:rPr lang="en-IN" dirty="0"/>
            </a:br>
            <a:r>
              <a:rPr lang="en-IN" dirty="0" err="1"/>
              <a:t>arr</a:t>
            </a:r>
            <a:r>
              <a:rPr lang="en-IN" dirty="0"/>
              <a:t>[j+1] = temp;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printf</a:t>
            </a:r>
            <a:r>
              <a:rPr lang="en-IN" dirty="0"/>
              <a:t>("Sorted array:\n");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for(</a:t>
            </a:r>
            <a:r>
              <a:rPr lang="en-IN" dirty="0" err="1"/>
              <a:t>i</a:t>
            </a:r>
            <a:r>
              <a:rPr lang="en-IN" dirty="0"/>
              <a:t>=0;i&lt;</a:t>
            </a:r>
            <a:r>
              <a:rPr lang="en-IN" dirty="0" err="1"/>
              <a:t>n;i</a:t>
            </a:r>
            <a:r>
              <a:rPr lang="en-IN" dirty="0"/>
              <a:t>++)</a:t>
            </a:r>
            <a:br>
              <a:rPr lang="en-IN" dirty="0"/>
            </a:br>
            <a:r>
              <a:rPr lang="en-IN" dirty="0" err="1"/>
              <a:t>printf</a:t>
            </a:r>
            <a:r>
              <a:rPr lang="en-IN" dirty="0"/>
              <a:t>("%d ",</a:t>
            </a:r>
            <a:r>
              <a:rPr lang="en-IN" dirty="0" err="1"/>
              <a:t>arr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return 0;</a:t>
            </a:r>
            <a:br>
              <a:rPr lang="en-IN" dirty="0"/>
            </a:br>
            <a:r>
              <a:rPr lang="en-IN" dirty="0"/>
              <a:t>}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D578D2-6279-87F0-CDFE-654665978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23769-9A25-AEE3-B271-DAB17757B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456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B1674-7CC5-7C38-8269-BC4C48449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Thankyou!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055E60-CCB4-AD45-D919-820A0FA6D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F2E68-8190-22AE-88C8-F85182AAA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11D77-BB8C-4851-97BA-57BC74C4C69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7473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27</TotalTime>
  <Words>981</Words>
  <Application>Microsoft Office PowerPoint</Application>
  <PresentationFormat>Widescreen</PresentationFormat>
  <Paragraphs>97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Tw Cen MT</vt:lpstr>
      <vt:lpstr>Tw Cen MT Condensed</vt:lpstr>
      <vt:lpstr>Wingdings 3</vt:lpstr>
      <vt:lpstr>Integral</vt:lpstr>
      <vt:lpstr>Data Structure practical </vt:lpstr>
      <vt:lpstr>2.2 Binary search</vt:lpstr>
      <vt:lpstr>Algorithm</vt:lpstr>
      <vt:lpstr>Binary Search C Program</vt:lpstr>
      <vt:lpstr>Binary Search C Program</vt:lpstr>
      <vt:lpstr>Binary Search C Program</vt:lpstr>
      <vt:lpstr>Binary Search C Program</vt:lpstr>
      <vt:lpstr>3. Sorting (Bubble, insertion, selection)</vt:lpstr>
      <vt:lpstr>Bubble Sort</vt:lpstr>
      <vt:lpstr>Bubble Sort</vt:lpstr>
      <vt:lpstr>Bubble Sort</vt:lpstr>
      <vt:lpstr>Bubble Sort C Code </vt:lpstr>
      <vt:lpstr>Bubble sort c code</vt:lpstr>
      <vt:lpstr>Bubble sort c code</vt:lpstr>
      <vt:lpstr>Bubble sort c code</vt:lpstr>
      <vt:lpstr>Thankyou!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Nitish Kumar</dc:creator>
  <cp:lastModifiedBy>Nitish Kumar</cp:lastModifiedBy>
  <cp:revision>24</cp:revision>
  <dcterms:created xsi:type="dcterms:W3CDTF">2026-03-11T03:21:20Z</dcterms:created>
  <dcterms:modified xsi:type="dcterms:W3CDTF">2026-03-11T03:48:58Z</dcterms:modified>
</cp:coreProperties>
</file>