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6"/>
  </p:notesMasterIdLst>
  <p:sldIdLst>
    <p:sldId id="256" r:id="rId2"/>
    <p:sldId id="257" r:id="rId3"/>
    <p:sldId id="272" r:id="rId4"/>
    <p:sldId id="258" r:id="rId5"/>
    <p:sldId id="259" r:id="rId6"/>
    <p:sldId id="273" r:id="rId7"/>
    <p:sldId id="263" r:id="rId8"/>
    <p:sldId id="264" r:id="rId9"/>
    <p:sldId id="266" r:id="rId10"/>
    <p:sldId id="267" r:id="rId11"/>
    <p:sldId id="274" r:id="rId12"/>
    <p:sldId id="275" r:id="rId13"/>
    <p:sldId id="276" r:id="rId14"/>
    <p:sldId id="27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6E1A2D-080C-4D42-8D77-342C86C5AB63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2C6B9E-83CC-4F96-847F-EC9A74983F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0222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14C5DE8D-5C85-4BB9-9A07-2D36754B6905}" type="datetime1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11D77-BB8C-4851-97BA-57BC74C4C697}" type="slidenum">
              <a:rPr lang="en-IN" smtClean="0"/>
              <a:t>‹#›</a:t>
            </a:fld>
            <a:endParaRPr lang="en-IN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7478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FF18B-D03D-400C-8814-A8BFD3F7F66F}" type="datetime1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11D77-BB8C-4851-97BA-57BC74C4C6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5012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E328C-AD53-452C-B4F3-4154B7FF5EA8}" type="datetime1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11D77-BB8C-4851-97BA-57BC74C4C697}" type="slidenum">
              <a:rPr lang="en-IN" smtClean="0"/>
              <a:t>‹#›</a:t>
            </a:fld>
            <a:endParaRPr lang="en-IN"/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83315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44AEB-8AF4-4E5E-A850-08FB27C1D08E}" type="datetime1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11D77-BB8C-4851-97BA-57BC74C4C6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1012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72DC1-E54F-42BC-907C-A9FD068367D1}" type="datetime1">
              <a:rPr lang="en-IN" smtClean="0"/>
              <a:t>12-03-2026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11D77-BB8C-4851-97BA-57BC74C4C6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5746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3101F-C635-4A1A-AB37-C53FD2A12B26}" type="datetime1">
              <a:rPr lang="en-IN" smtClean="0"/>
              <a:t>12-03-2026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11D77-BB8C-4851-97BA-57BC74C4C6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308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0A95F-7D30-4CBC-85F9-56C4587E458C}" type="datetime1">
              <a:rPr lang="en-IN" smtClean="0"/>
              <a:t>12-03-2026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11D77-BB8C-4851-97BA-57BC74C4C6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1596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C4253-BB9C-41ED-BE62-AF1284F744BC}" type="datetime1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11D77-BB8C-4851-97BA-57BC74C4C6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927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0B0EB-D620-41C2-89F0-7BC05A629B39}" type="datetime1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11D77-BB8C-4851-97BA-57BC74C4C697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8667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4971D-F47A-4504-AC6C-95F8AA3E6098}" type="datetime1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11D77-BB8C-4851-97BA-57BC74C4C6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291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4F7D8-6658-4D93-8E6D-12A933F0C7E1}" type="datetime1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11D77-BB8C-4851-97BA-57BC74C4C697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6538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64DEF463-F4D5-446B-BD03-143FACDBE04E}" type="datetime1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8E811D77-BB8C-4851-97BA-57BC74C4C697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0339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B5750-5054-67D1-581B-636B0DD986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632" y="4960137"/>
            <a:ext cx="7988968" cy="1463040"/>
          </a:xfrm>
        </p:spPr>
        <p:txBody>
          <a:bodyPr/>
          <a:lstStyle/>
          <a:p>
            <a:r>
              <a:rPr lang="en-IN" dirty="0"/>
              <a:t>Data Structure practical 3 and 4 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2B94CA-B168-4078-18EB-1226B34227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2400" b="1" dirty="0"/>
              <a:t>PRESENTED BY</a:t>
            </a:r>
          </a:p>
          <a:p>
            <a:r>
              <a:rPr lang="en-IN" sz="2400" b="1" dirty="0"/>
              <a:t>MR. N. K. S. YADAV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4FBCE1-A4CA-C763-F829-78320D478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F99CAB-E731-98D8-5806-F430A333B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11D77-BB8C-4851-97BA-57BC74C4C69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5033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24E60-3FF1-4F7C-7543-A0F6DE65B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Selection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5BD0F-D79C-1DF5-BB51-1A7E22016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Selection Sort</a:t>
            </a:r>
            <a:r>
              <a:rPr lang="en-US" dirty="0"/>
              <a:t> is a sorting algorithm in which the </a:t>
            </a:r>
            <a:r>
              <a:rPr lang="en-US" b="1" dirty="0"/>
              <a:t>smallest element is repeatedly selected from the unsorted part of the array and placed at the beginning</a:t>
            </a:r>
            <a:r>
              <a:rPr lang="en-US" dirty="0"/>
              <a:t>.</a:t>
            </a:r>
          </a:p>
          <a:p>
            <a:r>
              <a:rPr lang="en-US" dirty="0"/>
              <a:t>In every pass: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The algorithm finds the </a:t>
            </a:r>
            <a:r>
              <a:rPr lang="en-US" b="1" dirty="0"/>
              <a:t>minimum element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Swaps it with the </a:t>
            </a:r>
            <a:r>
              <a:rPr lang="en-US" b="1" dirty="0"/>
              <a:t>first unsorted position</a:t>
            </a:r>
            <a:endParaRPr lang="en-US" dirty="0"/>
          </a:p>
          <a:p>
            <a:r>
              <a:rPr lang="en-US" dirty="0"/>
              <a:t>After each pass, the </a:t>
            </a:r>
            <a:r>
              <a:rPr lang="en-US" b="1" dirty="0"/>
              <a:t>sorted portion of the array increases by one element</a:t>
            </a:r>
            <a:r>
              <a:rPr lang="en-US"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88B5B6-DBDD-466E-7DAD-C161DC4D3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53D4C2-9598-37E7-1DF1-D5FD10A55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11D77-BB8C-4851-97BA-57BC74C4C69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5891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4EC3D-C487-87DB-4739-C3DE6075C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26F91-156E-CAF3-39A7-2929E2DE57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860884"/>
            <a:ext cx="9720073" cy="4448476"/>
          </a:xfrm>
        </p:spPr>
        <p:txBody>
          <a:bodyPr>
            <a:noAutofit/>
          </a:bodyPr>
          <a:lstStyle/>
          <a:p>
            <a:r>
              <a:rPr lang="en-US" sz="1600" dirty="0"/>
              <a:t>Unsorted Array</a:t>
            </a:r>
          </a:p>
          <a:p>
            <a:r>
              <a:rPr lang="en-US" sz="1600" dirty="0"/>
              <a:t>7 4 9 2 5</a:t>
            </a:r>
          </a:p>
          <a:p>
            <a:r>
              <a:rPr lang="en-US" sz="1600" dirty="0"/>
              <a:t>Pass 1</a:t>
            </a:r>
            <a:br>
              <a:rPr lang="en-US" sz="1600" dirty="0"/>
            </a:br>
            <a:r>
              <a:rPr lang="en-US" sz="1600" dirty="0"/>
              <a:t>Smallest element = </a:t>
            </a:r>
            <a:r>
              <a:rPr lang="en-US" sz="1600" b="1" dirty="0"/>
              <a:t>2</a:t>
            </a:r>
            <a:endParaRPr lang="en-US" sz="1600" dirty="0"/>
          </a:p>
          <a:p>
            <a:r>
              <a:rPr lang="en-US" sz="1600" dirty="0"/>
              <a:t>2 4 9 7 5</a:t>
            </a:r>
          </a:p>
          <a:p>
            <a:r>
              <a:rPr lang="en-US" sz="1600" dirty="0"/>
              <a:t>Pass 2</a:t>
            </a:r>
            <a:br>
              <a:rPr lang="en-US" sz="1600" dirty="0"/>
            </a:br>
            <a:r>
              <a:rPr lang="en-US" sz="1600" dirty="0"/>
              <a:t>Smallest element = </a:t>
            </a:r>
            <a:r>
              <a:rPr lang="en-US" sz="1600" b="1" dirty="0"/>
              <a:t>4</a:t>
            </a:r>
            <a:endParaRPr lang="en-US" sz="1600" dirty="0"/>
          </a:p>
          <a:p>
            <a:r>
              <a:rPr lang="en-US" sz="1600" dirty="0"/>
              <a:t>2 4 9 7 5</a:t>
            </a:r>
          </a:p>
          <a:p>
            <a:r>
              <a:rPr lang="en-US" sz="1600" dirty="0"/>
              <a:t>Pass 3</a:t>
            </a:r>
            <a:br>
              <a:rPr lang="en-US" sz="1600" dirty="0"/>
            </a:br>
            <a:r>
              <a:rPr lang="en-US" sz="1600" dirty="0"/>
              <a:t>Smallest element = </a:t>
            </a:r>
            <a:r>
              <a:rPr lang="en-US" sz="1600" b="1" dirty="0"/>
              <a:t>5</a:t>
            </a:r>
            <a:endParaRPr lang="en-US" sz="1600" dirty="0"/>
          </a:p>
          <a:p>
            <a:r>
              <a:rPr lang="en-US" sz="1600" dirty="0"/>
              <a:t>2 4 5 7 9</a:t>
            </a:r>
          </a:p>
          <a:p>
            <a:r>
              <a:rPr lang="en-US" sz="1600" dirty="0"/>
              <a:t>Pass 4</a:t>
            </a:r>
          </a:p>
          <a:p>
            <a:r>
              <a:rPr lang="en-US" sz="1600" dirty="0"/>
              <a:t>2 4 5 7 9</a:t>
            </a:r>
          </a:p>
          <a:p>
            <a:r>
              <a:rPr lang="en-US" sz="1600" dirty="0"/>
              <a:t>Array is sorted.</a:t>
            </a:r>
          </a:p>
          <a:p>
            <a:endParaRPr lang="en-IN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14F5A2-31F3-B941-030D-8291F724A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4A7975-701F-EBD7-751B-5A25A437C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11D77-BB8C-4851-97BA-57BC74C4C69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181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3B557-CBF6-ACC4-E04A-B86538B05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Algorithm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4558A-09F1-DE5F-1095-16FAEDA0F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890445"/>
            <a:ext cx="9720073" cy="4798031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Start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Read number of elements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Input array elements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Set </a:t>
            </a:r>
            <a:r>
              <a:rPr lang="en-US" dirty="0" err="1"/>
              <a:t>i</a:t>
            </a:r>
            <a:r>
              <a:rPr lang="en-US" dirty="0"/>
              <a:t> = 0</a:t>
            </a: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Find the </a:t>
            </a:r>
            <a:r>
              <a:rPr lang="en-US" sz="2400" b="1" dirty="0"/>
              <a:t>minimum element</a:t>
            </a:r>
            <a:r>
              <a:rPr lang="en-US" sz="2400" dirty="0"/>
              <a:t> from index </a:t>
            </a:r>
            <a:r>
              <a:rPr lang="en-US" dirty="0" err="1"/>
              <a:t>i</a:t>
            </a:r>
            <a:r>
              <a:rPr lang="en-US" sz="2400" dirty="0"/>
              <a:t> to </a:t>
            </a:r>
            <a:r>
              <a:rPr lang="en-US" dirty="0"/>
              <a:t>n-1</a:t>
            </a: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Swap it with element at position </a:t>
            </a:r>
            <a:r>
              <a:rPr lang="en-US" dirty="0" err="1"/>
              <a:t>i</a:t>
            </a: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Increase </a:t>
            </a:r>
            <a:r>
              <a:rPr lang="en-US" dirty="0" err="1"/>
              <a:t>i</a:t>
            </a: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Repeat steps until array is sorted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Display sorted array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Stop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206E6D-CE44-585A-2F4F-AF2D2759A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876E9E-E4D0-5FB8-047A-5AA91418A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11D77-BB8C-4851-97BA-57BC74C4C69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0801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DE0E8-C583-C39D-9637-AAC4EA3EC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Selection sort C Program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9F3EF2-9A51-19CB-6718-C6150E0FC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187582-AFA9-0F5F-67B8-F85CFC617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11D77-BB8C-4851-97BA-57BC74C4C697}" type="slidenum">
              <a:rPr lang="en-IN" smtClean="0"/>
              <a:t>5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C46138-6422-0C99-9D2B-2253CCB82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914" y="1712924"/>
            <a:ext cx="7076731" cy="503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678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4DDA4-BE13-B1AB-EBEE-58EAC0883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07E3A-D916-A5A6-41C2-E12D3FACD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Selection sort C Program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A75657-3C1A-FA61-AB38-285DAFF0A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1E0329-B8FE-B7C4-A9AB-E488942F8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11D77-BB8C-4851-97BA-57BC74C4C697}" type="slidenum">
              <a:rPr lang="en-IN" smtClean="0"/>
              <a:t>6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6DA4D6-0F3D-6EF0-CB58-A48B5772E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281" y="1748589"/>
            <a:ext cx="6549930" cy="5109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79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470FB-9CD3-6ADF-0533-3B0088A47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Insertion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91E1C-F711-0870-A216-1963A6BFB3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Insertion Sort</a:t>
            </a:r>
            <a:r>
              <a:rPr lang="en-US" dirty="0"/>
              <a:t> is a sorting algorithm that </a:t>
            </a:r>
            <a:r>
              <a:rPr lang="en-US" b="1" dirty="0"/>
              <a:t>builds the final sorted array one element at a time</a:t>
            </a:r>
            <a:r>
              <a:rPr lang="en-US" dirty="0"/>
              <a:t>.</a:t>
            </a:r>
          </a:p>
          <a:p>
            <a:r>
              <a:rPr lang="en-US" dirty="0"/>
              <a:t>It works the same way as </a:t>
            </a:r>
            <a:r>
              <a:rPr lang="en-US" b="1" dirty="0"/>
              <a:t>arranging playing cards in hand</a:t>
            </a:r>
            <a:r>
              <a:rPr lang="en-US" dirty="0"/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Pick one element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Insert it into the correct position in the sorted portion.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BE8B3E-1BB5-75AF-A328-F824F1FCB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3F97D-C214-FFFD-2333-36EA9B576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11D77-BB8C-4851-97BA-57BC74C4C697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3238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FA63A-AC8B-6BAB-7ED5-0E498E80E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Insertion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1509E-EBBC-3046-4734-69815D62A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732547"/>
            <a:ext cx="9720073" cy="5012477"/>
          </a:xfrm>
        </p:spPr>
        <p:txBody>
          <a:bodyPr>
            <a:normAutofit fontScale="47500" lnSpcReduction="20000"/>
          </a:bodyPr>
          <a:lstStyle/>
          <a:p>
            <a:r>
              <a:rPr lang="en-US" sz="3400" b="1" dirty="0"/>
              <a:t>Example</a:t>
            </a:r>
          </a:p>
          <a:p>
            <a:r>
              <a:rPr lang="en-US" sz="3400" dirty="0"/>
              <a:t>Unsorted Array</a:t>
            </a:r>
          </a:p>
          <a:p>
            <a:r>
              <a:rPr lang="en-US" sz="3400" dirty="0"/>
              <a:t>8 3 5 2</a:t>
            </a:r>
          </a:p>
          <a:p>
            <a:r>
              <a:rPr lang="en-US" sz="3400" dirty="0"/>
              <a:t>Step 1</a:t>
            </a:r>
            <a:br>
              <a:rPr lang="en-US" sz="3400" dirty="0"/>
            </a:br>
            <a:r>
              <a:rPr lang="en-US" sz="3400" dirty="0"/>
              <a:t>First element is considered sorted.</a:t>
            </a:r>
          </a:p>
          <a:p>
            <a:r>
              <a:rPr lang="en-US" sz="3400" dirty="0"/>
              <a:t>8</a:t>
            </a:r>
          </a:p>
          <a:p>
            <a:r>
              <a:rPr lang="en-US" sz="3400" dirty="0"/>
              <a:t>Step 2</a:t>
            </a:r>
            <a:br>
              <a:rPr lang="en-US" sz="3400" dirty="0"/>
            </a:br>
            <a:r>
              <a:rPr lang="en-US" sz="3400" dirty="0"/>
              <a:t>Insert </a:t>
            </a:r>
            <a:r>
              <a:rPr lang="en-US" sz="3400" b="1" dirty="0"/>
              <a:t>3</a:t>
            </a:r>
            <a:r>
              <a:rPr lang="en-US" sz="3400" dirty="0"/>
              <a:t> in correct position</a:t>
            </a:r>
          </a:p>
          <a:p>
            <a:r>
              <a:rPr lang="en-US" sz="3400" dirty="0"/>
              <a:t>3 8</a:t>
            </a:r>
          </a:p>
          <a:p>
            <a:r>
              <a:rPr lang="en-US" sz="3400" dirty="0"/>
              <a:t>Step 3</a:t>
            </a:r>
            <a:br>
              <a:rPr lang="en-US" sz="3400" dirty="0"/>
            </a:br>
            <a:r>
              <a:rPr lang="en-US" sz="3400" dirty="0"/>
              <a:t>Insert </a:t>
            </a:r>
            <a:r>
              <a:rPr lang="en-US" sz="3400" b="1" dirty="0"/>
              <a:t>5</a:t>
            </a:r>
            <a:endParaRPr lang="en-US" sz="3400" dirty="0"/>
          </a:p>
          <a:p>
            <a:r>
              <a:rPr lang="en-US" sz="3400" dirty="0"/>
              <a:t>3 5 8</a:t>
            </a:r>
          </a:p>
          <a:p>
            <a:r>
              <a:rPr lang="en-US" sz="3400" dirty="0"/>
              <a:t>Step 4</a:t>
            </a:r>
            <a:br>
              <a:rPr lang="en-US" sz="3400" dirty="0"/>
            </a:br>
            <a:r>
              <a:rPr lang="en-US" sz="3400" dirty="0"/>
              <a:t>Insert </a:t>
            </a:r>
            <a:r>
              <a:rPr lang="en-US" sz="3400" b="1" dirty="0"/>
              <a:t>2</a:t>
            </a:r>
            <a:endParaRPr lang="en-US" sz="3400" dirty="0"/>
          </a:p>
          <a:p>
            <a:r>
              <a:rPr lang="en-US" sz="3400" dirty="0"/>
              <a:t>2 3 5 8</a:t>
            </a:r>
          </a:p>
          <a:p>
            <a:r>
              <a:rPr lang="en-US" sz="3400" dirty="0"/>
              <a:t>Array is sorted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D68AEB-1479-1615-1D6E-191FA5513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B27DA8-736E-066B-D0D4-CC5F01527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11D77-BB8C-4851-97BA-57BC74C4C697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682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9FDE2-5BA4-644F-3EBA-AB5D9834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C5BE0-0778-3018-2F16-51D937256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insertion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A6ECF-1B5A-3723-6B40-4DA295B2F1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931542"/>
            <a:ext cx="9720073" cy="4756934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Algorithm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Start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Read number of elements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Input array elements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Assume first element is sorted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Pick next element (key)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Compare it with previous elements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Shift larger elements to the right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Insert element at correct position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Repeat until array is sorted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Display sorted array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Stop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00A627-A486-DF7A-59AB-9FE79A972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5E54AE-9582-9CE3-3262-A86C6652A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11D77-BB8C-4851-97BA-57BC74C4C697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0816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E2574-A1EC-1199-1456-BBF0F1E7D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insertion Sort C Code</a:t>
            </a:r>
            <a:br>
              <a:rPr lang="en-IN" b="1" dirty="0"/>
            </a:b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15B3F-DE89-0A00-0F47-001AE21C4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F1702F-A395-5F82-B383-3C2B1369F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11D77-BB8C-4851-97BA-57BC74C4C697}" type="slidenum">
              <a:rPr lang="en-IN" smtClean="0"/>
              <a:t>10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A54FFC-AB6C-7267-2367-9E765F320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938" y="1572127"/>
            <a:ext cx="6585023" cy="517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9557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1A2C2-7492-5D8B-A169-2680CCC8B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4. WAP to merge two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81FE5-5CBE-4B1F-C7DC-F529DD02D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sz="2800" b="1" dirty="0"/>
              <a:t>Algorithm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Start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Declare three arrays </a:t>
            </a:r>
            <a:r>
              <a:rPr lang="en-US" dirty="0"/>
              <a:t>arr1</a:t>
            </a:r>
            <a:r>
              <a:rPr lang="en-US" sz="2800" dirty="0"/>
              <a:t>, </a:t>
            </a:r>
            <a:r>
              <a:rPr lang="en-US" dirty="0"/>
              <a:t>arr2</a:t>
            </a:r>
            <a:r>
              <a:rPr lang="en-US" sz="2800" dirty="0"/>
              <a:t>, and </a:t>
            </a:r>
            <a:r>
              <a:rPr lang="en-US" dirty="0"/>
              <a:t>arr3</a:t>
            </a: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Read the size of the first array </a:t>
            </a:r>
            <a:r>
              <a:rPr lang="en-US" dirty="0"/>
              <a:t>n1</a:t>
            </a: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Read elements of the first array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Read the size of the second array </a:t>
            </a:r>
            <a:r>
              <a:rPr lang="en-US" dirty="0"/>
              <a:t>n2</a:t>
            </a: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Read elements of the second array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Copy elements of </a:t>
            </a:r>
            <a:r>
              <a:rPr lang="en-US" dirty="0"/>
              <a:t>arr1</a:t>
            </a:r>
            <a:r>
              <a:rPr lang="en-US" sz="2800" dirty="0"/>
              <a:t> into </a:t>
            </a:r>
            <a:r>
              <a:rPr lang="en-US" dirty="0"/>
              <a:t>arr3</a:t>
            </a: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Copy elements of </a:t>
            </a:r>
            <a:r>
              <a:rPr lang="en-US" dirty="0"/>
              <a:t>arr2</a:t>
            </a:r>
            <a:r>
              <a:rPr lang="en-US" sz="2800" dirty="0"/>
              <a:t> into </a:t>
            </a:r>
            <a:r>
              <a:rPr lang="en-US" dirty="0"/>
              <a:t>arr3</a:t>
            </a:r>
            <a:r>
              <a:rPr lang="en-US" sz="2800" dirty="0"/>
              <a:t> after </a:t>
            </a:r>
            <a:r>
              <a:rPr lang="en-US" dirty="0"/>
              <a:t>arr1</a:t>
            </a:r>
            <a:r>
              <a:rPr lang="en-US" sz="2800" dirty="0"/>
              <a:t> elements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Display the merged array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Stop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9C131F-E0EF-CE03-623E-E5B5D9042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48C119-785B-1DDE-1638-DCA3C8C93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11D77-BB8C-4851-97BA-57BC74C4C697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8565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B160B-3CCC-3B52-4604-37E217FA2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CA577-4598-C716-4D38-2D3C6BE92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 code to merge two arrays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7D9A46-3B9F-54C8-379A-BCE5B059A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66E3CD-F29B-E259-111A-3CB56407C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11D77-BB8C-4851-97BA-57BC74C4C697}" type="slidenum">
              <a:rPr lang="en-IN" smtClean="0"/>
              <a:t>12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E80A89-25A1-FBA5-D783-B58034AB1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098" y="1556085"/>
            <a:ext cx="5901459" cy="5188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3123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393B4-B4FD-D00C-11CF-84D31A382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B46F9-575C-C3E1-8D9C-4D34FAFFE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 code to merge two arrays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A8B740-6572-4D0F-6D2C-5AE2566D8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854134-8A35-0B90-7A24-19CE69AD8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11D77-BB8C-4851-97BA-57BC74C4C697}" type="slidenum">
              <a:rPr lang="en-IN" smtClean="0"/>
              <a:t>13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B8EACF-466F-52CB-1AD5-69877DC34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534" y="1858109"/>
            <a:ext cx="6445498" cy="4886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6607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B1674-7CC5-7C38-8269-BC4C48449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Thankyou!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055E60-CCB4-AD45-D919-820A0FA6D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5F2E68-8190-22AE-88C8-F85182AAA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11D77-BB8C-4851-97BA-57BC74C4C697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67473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99CB38"/>
      </a:accent1>
      <a:accent2>
        <a:srgbClr val="63A537"/>
      </a:accent2>
      <a:accent3>
        <a:srgbClr val="E6D024"/>
      </a:accent3>
      <a:accent4>
        <a:srgbClr val="CC9700"/>
      </a:accent4>
      <a:accent5>
        <a:srgbClr val="4EB3CF"/>
      </a:accent5>
      <a:accent6>
        <a:srgbClr val="378DA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29F68FFC-748B-4FC3-BF39-7F84A6D5840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47</TotalTime>
  <Words>551</Words>
  <Application>Microsoft Office PowerPoint</Application>
  <PresentationFormat>Widescreen</PresentationFormat>
  <Paragraphs>109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Tw Cen MT</vt:lpstr>
      <vt:lpstr>Tw Cen MT Condensed</vt:lpstr>
      <vt:lpstr>Wingdings 3</vt:lpstr>
      <vt:lpstr>Integral</vt:lpstr>
      <vt:lpstr>Data Structure practical 3 and 4  </vt:lpstr>
      <vt:lpstr>3. Selection Sort</vt:lpstr>
      <vt:lpstr>example</vt:lpstr>
      <vt:lpstr>Algorithm</vt:lpstr>
      <vt:lpstr>Selection sort C Program</vt:lpstr>
      <vt:lpstr>Selection sort C Program</vt:lpstr>
      <vt:lpstr>Insertion Sort</vt:lpstr>
      <vt:lpstr>Insertion Sort</vt:lpstr>
      <vt:lpstr>insertion Sort</vt:lpstr>
      <vt:lpstr>insertion Sort C Code </vt:lpstr>
      <vt:lpstr>4. WAP to merge two arrays</vt:lpstr>
      <vt:lpstr>C code to merge two arrays</vt:lpstr>
      <vt:lpstr>C code to merge two arrays</vt:lpstr>
      <vt:lpstr>Thankyou!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Nitish Kumar</dc:creator>
  <cp:lastModifiedBy>Nitish Kumar</cp:lastModifiedBy>
  <cp:revision>43</cp:revision>
  <dcterms:created xsi:type="dcterms:W3CDTF">2026-03-11T03:21:20Z</dcterms:created>
  <dcterms:modified xsi:type="dcterms:W3CDTF">2026-03-12T04:05:23Z</dcterms:modified>
</cp:coreProperties>
</file>