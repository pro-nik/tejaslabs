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7" r:id="rId18"/>
    <p:sldId id="274" r:id="rId19"/>
    <p:sldId id="275" r:id="rId20"/>
    <p:sldId id="278" r:id="rId21"/>
    <p:sldId id="276" r:id="rId22"/>
    <p:sldId id="279" r:id="rId23"/>
    <p:sldId id="28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8C884-BCCF-4625-9A5D-74B35A307DC7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55792-0F5F-41CC-BC84-F2A82BFC39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34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F56645D-C9F7-431C-91CC-36B254850234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75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97EC4-293F-488F-AA78-335201329093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91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24" y="8"/>
            <a:ext cx="12191978" cy="4571994"/>
          </a:xfrm>
          <a:custGeom>
            <a:avLst/>
            <a:gdLst/>
            <a:ahLst/>
            <a:cxnLst/>
            <a:rect l="l" t="t" r="r" b="b"/>
            <a:pathLst>
              <a:path w="12191978" h="4571994">
                <a:moveTo>
                  <a:pt x="1" y="4316129"/>
                </a:moveTo>
                <a:lnTo>
                  <a:pt x="255863" y="4571991"/>
                </a:lnTo>
                <a:lnTo>
                  <a:pt x="203619" y="4571991"/>
                </a:lnTo>
                <a:lnTo>
                  <a:pt x="1" y="4368373"/>
                </a:lnTo>
                <a:close/>
                <a:moveTo>
                  <a:pt x="12191973" y="4312831"/>
                </a:moveTo>
                <a:lnTo>
                  <a:pt x="12191972" y="4365076"/>
                </a:lnTo>
                <a:lnTo>
                  <a:pt x="11985055" y="4571992"/>
                </a:lnTo>
                <a:lnTo>
                  <a:pt x="11932811" y="4571993"/>
                </a:lnTo>
                <a:close/>
                <a:moveTo>
                  <a:pt x="11817249" y="4076816"/>
                </a:moveTo>
                <a:lnTo>
                  <a:pt x="11928074" y="4076816"/>
                </a:lnTo>
                <a:lnTo>
                  <a:pt x="11928074" y="4187641"/>
                </a:lnTo>
                <a:lnTo>
                  <a:pt x="11817249" y="4187641"/>
                </a:lnTo>
                <a:close/>
                <a:moveTo>
                  <a:pt x="10766437" y="4076816"/>
                </a:moveTo>
                <a:lnTo>
                  <a:pt x="10877262" y="4076816"/>
                </a:lnTo>
                <a:lnTo>
                  <a:pt x="10877262" y="4187641"/>
                </a:lnTo>
                <a:lnTo>
                  <a:pt x="10766437" y="4187641"/>
                </a:lnTo>
                <a:close/>
                <a:moveTo>
                  <a:pt x="9715629" y="4076816"/>
                </a:moveTo>
                <a:lnTo>
                  <a:pt x="9826454" y="4076816"/>
                </a:lnTo>
                <a:lnTo>
                  <a:pt x="9826454" y="4187641"/>
                </a:lnTo>
                <a:lnTo>
                  <a:pt x="9715629" y="4187641"/>
                </a:lnTo>
                <a:close/>
                <a:moveTo>
                  <a:pt x="8664821" y="4076816"/>
                </a:moveTo>
                <a:lnTo>
                  <a:pt x="8775646" y="4076816"/>
                </a:lnTo>
                <a:lnTo>
                  <a:pt x="8775646" y="4187641"/>
                </a:lnTo>
                <a:lnTo>
                  <a:pt x="8664821" y="4187641"/>
                </a:lnTo>
                <a:close/>
                <a:moveTo>
                  <a:pt x="7614013" y="4076816"/>
                </a:moveTo>
                <a:lnTo>
                  <a:pt x="7724838" y="4076816"/>
                </a:lnTo>
                <a:lnTo>
                  <a:pt x="7724838" y="4187641"/>
                </a:lnTo>
                <a:lnTo>
                  <a:pt x="7614013" y="4187641"/>
                </a:lnTo>
                <a:close/>
                <a:moveTo>
                  <a:pt x="6563205" y="4076816"/>
                </a:moveTo>
                <a:lnTo>
                  <a:pt x="6674030" y="4076816"/>
                </a:lnTo>
                <a:lnTo>
                  <a:pt x="6674030" y="4187641"/>
                </a:lnTo>
                <a:lnTo>
                  <a:pt x="6563205" y="4187641"/>
                </a:lnTo>
                <a:close/>
                <a:moveTo>
                  <a:pt x="5512397" y="4076816"/>
                </a:moveTo>
                <a:lnTo>
                  <a:pt x="5623222" y="4076816"/>
                </a:lnTo>
                <a:lnTo>
                  <a:pt x="5623222" y="4187641"/>
                </a:lnTo>
                <a:lnTo>
                  <a:pt x="5512397" y="4187641"/>
                </a:lnTo>
                <a:close/>
                <a:moveTo>
                  <a:pt x="4461589" y="4076816"/>
                </a:moveTo>
                <a:lnTo>
                  <a:pt x="4572414" y="4076816"/>
                </a:lnTo>
                <a:lnTo>
                  <a:pt x="4572414" y="4187641"/>
                </a:lnTo>
                <a:lnTo>
                  <a:pt x="4461589" y="4187641"/>
                </a:lnTo>
                <a:close/>
                <a:moveTo>
                  <a:pt x="3410782" y="4076816"/>
                </a:moveTo>
                <a:lnTo>
                  <a:pt x="3521608" y="4076816"/>
                </a:lnTo>
                <a:lnTo>
                  <a:pt x="3521608" y="4187641"/>
                </a:lnTo>
                <a:lnTo>
                  <a:pt x="3410782" y="4187641"/>
                </a:lnTo>
                <a:close/>
                <a:moveTo>
                  <a:pt x="2359975" y="4076816"/>
                </a:moveTo>
                <a:lnTo>
                  <a:pt x="2470800" y="4076816"/>
                </a:lnTo>
                <a:lnTo>
                  <a:pt x="2470800" y="4187641"/>
                </a:lnTo>
                <a:lnTo>
                  <a:pt x="2359975" y="4187641"/>
                </a:lnTo>
                <a:close/>
                <a:moveTo>
                  <a:pt x="1309167" y="4076816"/>
                </a:moveTo>
                <a:lnTo>
                  <a:pt x="1419992" y="4076816"/>
                </a:lnTo>
                <a:lnTo>
                  <a:pt x="1419992" y="4187641"/>
                </a:lnTo>
                <a:lnTo>
                  <a:pt x="1309167" y="4187641"/>
                </a:lnTo>
                <a:close/>
                <a:moveTo>
                  <a:pt x="258359" y="4076816"/>
                </a:moveTo>
                <a:lnTo>
                  <a:pt x="369184" y="4076816"/>
                </a:lnTo>
                <a:lnTo>
                  <a:pt x="369184" y="4187641"/>
                </a:lnTo>
                <a:lnTo>
                  <a:pt x="258359" y="4187641"/>
                </a:lnTo>
                <a:close/>
                <a:moveTo>
                  <a:pt x="11291841" y="3551209"/>
                </a:moveTo>
                <a:lnTo>
                  <a:pt x="11402666" y="3551209"/>
                </a:lnTo>
                <a:lnTo>
                  <a:pt x="11402666" y="3662034"/>
                </a:lnTo>
                <a:lnTo>
                  <a:pt x="11291841" y="3662034"/>
                </a:lnTo>
                <a:close/>
                <a:moveTo>
                  <a:pt x="10241033" y="3551209"/>
                </a:moveTo>
                <a:lnTo>
                  <a:pt x="10351858" y="3551209"/>
                </a:lnTo>
                <a:lnTo>
                  <a:pt x="10351858" y="3662034"/>
                </a:lnTo>
                <a:lnTo>
                  <a:pt x="10241033" y="3662034"/>
                </a:lnTo>
                <a:close/>
                <a:moveTo>
                  <a:pt x="9190225" y="3551209"/>
                </a:moveTo>
                <a:lnTo>
                  <a:pt x="9301050" y="3551209"/>
                </a:lnTo>
                <a:lnTo>
                  <a:pt x="9301050" y="3662034"/>
                </a:lnTo>
                <a:lnTo>
                  <a:pt x="9190225" y="3662034"/>
                </a:lnTo>
                <a:close/>
                <a:moveTo>
                  <a:pt x="8139417" y="3551209"/>
                </a:moveTo>
                <a:lnTo>
                  <a:pt x="8250242" y="3551209"/>
                </a:lnTo>
                <a:lnTo>
                  <a:pt x="8250242" y="3662034"/>
                </a:lnTo>
                <a:lnTo>
                  <a:pt x="8139417" y="3662034"/>
                </a:lnTo>
                <a:close/>
                <a:moveTo>
                  <a:pt x="7088609" y="3551209"/>
                </a:moveTo>
                <a:lnTo>
                  <a:pt x="7199434" y="3551209"/>
                </a:lnTo>
                <a:lnTo>
                  <a:pt x="7199434" y="3662034"/>
                </a:lnTo>
                <a:lnTo>
                  <a:pt x="7088609" y="3662034"/>
                </a:lnTo>
                <a:close/>
                <a:moveTo>
                  <a:pt x="6037801" y="3551209"/>
                </a:moveTo>
                <a:lnTo>
                  <a:pt x="6148626" y="3551209"/>
                </a:lnTo>
                <a:lnTo>
                  <a:pt x="6148626" y="3662034"/>
                </a:lnTo>
                <a:lnTo>
                  <a:pt x="6037801" y="3662034"/>
                </a:lnTo>
                <a:close/>
                <a:moveTo>
                  <a:pt x="4986998" y="3551209"/>
                </a:moveTo>
                <a:lnTo>
                  <a:pt x="5097826" y="3551209"/>
                </a:lnTo>
                <a:lnTo>
                  <a:pt x="5097826" y="3662034"/>
                </a:lnTo>
                <a:lnTo>
                  <a:pt x="4986998" y="3662034"/>
                </a:lnTo>
                <a:close/>
                <a:moveTo>
                  <a:pt x="3936196" y="3551209"/>
                </a:moveTo>
                <a:lnTo>
                  <a:pt x="4047020" y="3551209"/>
                </a:lnTo>
                <a:lnTo>
                  <a:pt x="4047020" y="3662034"/>
                </a:lnTo>
                <a:lnTo>
                  <a:pt x="3936196" y="3662034"/>
                </a:lnTo>
                <a:close/>
                <a:moveTo>
                  <a:pt x="2885389" y="3551209"/>
                </a:moveTo>
                <a:lnTo>
                  <a:pt x="2996214" y="3551209"/>
                </a:lnTo>
                <a:lnTo>
                  <a:pt x="2996214" y="3662034"/>
                </a:lnTo>
                <a:lnTo>
                  <a:pt x="2885389" y="3662034"/>
                </a:lnTo>
                <a:close/>
                <a:moveTo>
                  <a:pt x="1834579" y="3551209"/>
                </a:moveTo>
                <a:lnTo>
                  <a:pt x="1945404" y="3551209"/>
                </a:lnTo>
                <a:lnTo>
                  <a:pt x="1945404" y="3662034"/>
                </a:lnTo>
                <a:lnTo>
                  <a:pt x="1834579" y="3662034"/>
                </a:lnTo>
                <a:close/>
                <a:moveTo>
                  <a:pt x="783773" y="3551209"/>
                </a:moveTo>
                <a:lnTo>
                  <a:pt x="894598" y="3551209"/>
                </a:lnTo>
                <a:lnTo>
                  <a:pt x="894598" y="3662034"/>
                </a:lnTo>
                <a:lnTo>
                  <a:pt x="783773" y="3662034"/>
                </a:lnTo>
                <a:close/>
                <a:moveTo>
                  <a:pt x="2942310" y="3107960"/>
                </a:moveTo>
                <a:lnTo>
                  <a:pt x="2470811" y="3579460"/>
                </a:lnTo>
                <a:lnTo>
                  <a:pt x="2470811" y="3634896"/>
                </a:lnTo>
                <a:lnTo>
                  <a:pt x="2942311" y="4106397"/>
                </a:lnTo>
                <a:lnTo>
                  <a:pt x="3410794" y="3637915"/>
                </a:lnTo>
                <a:lnTo>
                  <a:pt x="3410794" y="3576442"/>
                </a:lnTo>
                <a:close/>
                <a:moveTo>
                  <a:pt x="840944" y="3107960"/>
                </a:moveTo>
                <a:lnTo>
                  <a:pt x="369194" y="3579710"/>
                </a:lnTo>
                <a:lnTo>
                  <a:pt x="369194" y="3634648"/>
                </a:lnTo>
                <a:lnTo>
                  <a:pt x="840944" y="4106399"/>
                </a:lnTo>
                <a:lnTo>
                  <a:pt x="1309176" y="3638165"/>
                </a:lnTo>
                <a:lnTo>
                  <a:pt x="1309176" y="3576193"/>
                </a:lnTo>
                <a:close/>
                <a:moveTo>
                  <a:pt x="3992986" y="3107959"/>
                </a:moveTo>
                <a:lnTo>
                  <a:pt x="3521621" y="3579335"/>
                </a:lnTo>
                <a:lnTo>
                  <a:pt x="3521621" y="3635021"/>
                </a:lnTo>
                <a:lnTo>
                  <a:pt x="3992986" y="4106398"/>
                </a:lnTo>
                <a:lnTo>
                  <a:pt x="4461593" y="3637778"/>
                </a:lnTo>
                <a:lnTo>
                  <a:pt x="4461593" y="3576578"/>
                </a:lnTo>
                <a:close/>
                <a:moveTo>
                  <a:pt x="1891624" y="3107959"/>
                </a:moveTo>
                <a:lnTo>
                  <a:pt x="1420001" y="3579584"/>
                </a:lnTo>
                <a:lnTo>
                  <a:pt x="1420001" y="3634774"/>
                </a:lnTo>
                <a:lnTo>
                  <a:pt x="1891623" y="4106397"/>
                </a:lnTo>
                <a:lnTo>
                  <a:pt x="2359987" y="3638040"/>
                </a:lnTo>
                <a:lnTo>
                  <a:pt x="2359987" y="3576315"/>
                </a:lnTo>
                <a:close/>
                <a:moveTo>
                  <a:pt x="8195689" y="3107959"/>
                </a:moveTo>
                <a:lnTo>
                  <a:pt x="7724838" y="3578810"/>
                </a:lnTo>
                <a:lnTo>
                  <a:pt x="7724838" y="3635541"/>
                </a:lnTo>
                <a:lnTo>
                  <a:pt x="8195691" y="4106395"/>
                </a:lnTo>
                <a:lnTo>
                  <a:pt x="8664821" y="3637265"/>
                </a:lnTo>
                <a:lnTo>
                  <a:pt x="8664821" y="3577091"/>
                </a:lnTo>
                <a:close/>
                <a:moveTo>
                  <a:pt x="5043664" y="3107959"/>
                </a:moveTo>
                <a:lnTo>
                  <a:pt x="4572419" y="3579197"/>
                </a:lnTo>
                <a:lnTo>
                  <a:pt x="4572419" y="3635159"/>
                </a:lnTo>
                <a:lnTo>
                  <a:pt x="5043662" y="4106396"/>
                </a:lnTo>
                <a:lnTo>
                  <a:pt x="5512402" y="3637650"/>
                </a:lnTo>
                <a:lnTo>
                  <a:pt x="5512402" y="3576704"/>
                </a:lnTo>
                <a:close/>
                <a:moveTo>
                  <a:pt x="6094326" y="3107958"/>
                </a:moveTo>
                <a:lnTo>
                  <a:pt x="5623226" y="3579070"/>
                </a:lnTo>
                <a:lnTo>
                  <a:pt x="5623226" y="3635285"/>
                </a:lnTo>
                <a:lnTo>
                  <a:pt x="6094326" y="4106397"/>
                </a:lnTo>
                <a:lnTo>
                  <a:pt x="6563205" y="3637518"/>
                </a:lnTo>
                <a:lnTo>
                  <a:pt x="6563205" y="3576837"/>
                </a:lnTo>
                <a:close/>
                <a:moveTo>
                  <a:pt x="9246372" y="3107957"/>
                </a:moveTo>
                <a:lnTo>
                  <a:pt x="8775646" y="3578683"/>
                </a:lnTo>
                <a:lnTo>
                  <a:pt x="8775646" y="3635671"/>
                </a:lnTo>
                <a:lnTo>
                  <a:pt x="9246369" y="4106395"/>
                </a:lnTo>
                <a:lnTo>
                  <a:pt x="9715629" y="3637135"/>
                </a:lnTo>
                <a:lnTo>
                  <a:pt x="9715629" y="3577215"/>
                </a:lnTo>
                <a:close/>
                <a:moveTo>
                  <a:pt x="7145009" y="3107957"/>
                </a:moveTo>
                <a:lnTo>
                  <a:pt x="6674030" y="3578936"/>
                </a:lnTo>
                <a:lnTo>
                  <a:pt x="6674030" y="3635418"/>
                </a:lnTo>
                <a:lnTo>
                  <a:pt x="7145007" y="4106396"/>
                </a:lnTo>
                <a:lnTo>
                  <a:pt x="7614013" y="3637390"/>
                </a:lnTo>
                <a:lnTo>
                  <a:pt x="7614013" y="3576961"/>
                </a:lnTo>
                <a:close/>
                <a:moveTo>
                  <a:pt x="11347734" y="3107957"/>
                </a:moveTo>
                <a:lnTo>
                  <a:pt x="10877262" y="3578428"/>
                </a:lnTo>
                <a:lnTo>
                  <a:pt x="10877262" y="3635922"/>
                </a:lnTo>
                <a:lnTo>
                  <a:pt x="11347735" y="4106396"/>
                </a:lnTo>
                <a:lnTo>
                  <a:pt x="11817249" y="3636882"/>
                </a:lnTo>
                <a:lnTo>
                  <a:pt x="11817249" y="3577472"/>
                </a:lnTo>
                <a:close/>
                <a:moveTo>
                  <a:pt x="10297053" y="3107955"/>
                </a:moveTo>
                <a:lnTo>
                  <a:pt x="9826454" y="3578554"/>
                </a:lnTo>
                <a:lnTo>
                  <a:pt x="9826454" y="3635794"/>
                </a:lnTo>
                <a:lnTo>
                  <a:pt x="10297054" y="4106394"/>
                </a:lnTo>
                <a:lnTo>
                  <a:pt x="10766437" y="3637011"/>
                </a:lnTo>
                <a:lnTo>
                  <a:pt x="10766437" y="3577339"/>
                </a:lnTo>
                <a:close/>
                <a:moveTo>
                  <a:pt x="11817249" y="3027334"/>
                </a:moveTo>
                <a:lnTo>
                  <a:pt x="11928074" y="3027334"/>
                </a:lnTo>
                <a:lnTo>
                  <a:pt x="11928074" y="3138159"/>
                </a:lnTo>
                <a:lnTo>
                  <a:pt x="11817249" y="3138159"/>
                </a:lnTo>
                <a:close/>
                <a:moveTo>
                  <a:pt x="10766437" y="3027334"/>
                </a:moveTo>
                <a:lnTo>
                  <a:pt x="10877262" y="3027334"/>
                </a:lnTo>
                <a:lnTo>
                  <a:pt x="10877262" y="3138159"/>
                </a:lnTo>
                <a:lnTo>
                  <a:pt x="10766437" y="3138159"/>
                </a:lnTo>
                <a:close/>
                <a:moveTo>
                  <a:pt x="9715629" y="3027334"/>
                </a:moveTo>
                <a:lnTo>
                  <a:pt x="9826454" y="3027334"/>
                </a:lnTo>
                <a:lnTo>
                  <a:pt x="9826454" y="3138159"/>
                </a:lnTo>
                <a:lnTo>
                  <a:pt x="9715629" y="3138159"/>
                </a:lnTo>
                <a:close/>
                <a:moveTo>
                  <a:pt x="8664821" y="3027334"/>
                </a:moveTo>
                <a:lnTo>
                  <a:pt x="8775646" y="3027334"/>
                </a:lnTo>
                <a:lnTo>
                  <a:pt x="8775646" y="3138159"/>
                </a:lnTo>
                <a:lnTo>
                  <a:pt x="8664821" y="3138159"/>
                </a:lnTo>
                <a:close/>
                <a:moveTo>
                  <a:pt x="7614013" y="3027334"/>
                </a:moveTo>
                <a:lnTo>
                  <a:pt x="7724838" y="3027334"/>
                </a:lnTo>
                <a:lnTo>
                  <a:pt x="7724838" y="3138159"/>
                </a:lnTo>
                <a:lnTo>
                  <a:pt x="7614013" y="3138159"/>
                </a:lnTo>
                <a:close/>
                <a:moveTo>
                  <a:pt x="6563205" y="3027334"/>
                </a:moveTo>
                <a:lnTo>
                  <a:pt x="6674030" y="3027334"/>
                </a:lnTo>
                <a:lnTo>
                  <a:pt x="6674030" y="3138159"/>
                </a:lnTo>
                <a:lnTo>
                  <a:pt x="6563205" y="3138159"/>
                </a:lnTo>
                <a:close/>
                <a:moveTo>
                  <a:pt x="5512400" y="3027334"/>
                </a:moveTo>
                <a:lnTo>
                  <a:pt x="5623225" y="3027334"/>
                </a:lnTo>
                <a:lnTo>
                  <a:pt x="5623225" y="3138159"/>
                </a:lnTo>
                <a:lnTo>
                  <a:pt x="5512400" y="3138159"/>
                </a:lnTo>
                <a:close/>
                <a:moveTo>
                  <a:pt x="4461592" y="3027334"/>
                </a:moveTo>
                <a:lnTo>
                  <a:pt x="4572417" y="3027334"/>
                </a:lnTo>
                <a:lnTo>
                  <a:pt x="4572417" y="3138159"/>
                </a:lnTo>
                <a:lnTo>
                  <a:pt x="4461592" y="3138159"/>
                </a:lnTo>
                <a:close/>
                <a:moveTo>
                  <a:pt x="3410790" y="3027334"/>
                </a:moveTo>
                <a:lnTo>
                  <a:pt x="3521616" y="3027334"/>
                </a:lnTo>
                <a:lnTo>
                  <a:pt x="3521616" y="3138159"/>
                </a:lnTo>
                <a:lnTo>
                  <a:pt x="3410790" y="3138159"/>
                </a:lnTo>
                <a:close/>
                <a:moveTo>
                  <a:pt x="2359982" y="3027334"/>
                </a:moveTo>
                <a:lnTo>
                  <a:pt x="2470807" y="3027334"/>
                </a:lnTo>
                <a:lnTo>
                  <a:pt x="2470807" y="3138159"/>
                </a:lnTo>
                <a:lnTo>
                  <a:pt x="2359982" y="3138159"/>
                </a:lnTo>
                <a:close/>
                <a:moveTo>
                  <a:pt x="1309173" y="3027334"/>
                </a:moveTo>
                <a:lnTo>
                  <a:pt x="1419997" y="3027334"/>
                </a:lnTo>
                <a:lnTo>
                  <a:pt x="1419997" y="3138159"/>
                </a:lnTo>
                <a:lnTo>
                  <a:pt x="1309173" y="3138159"/>
                </a:lnTo>
                <a:close/>
                <a:moveTo>
                  <a:pt x="258365" y="3027334"/>
                </a:moveTo>
                <a:lnTo>
                  <a:pt x="369190" y="3027334"/>
                </a:lnTo>
                <a:lnTo>
                  <a:pt x="369190" y="3138159"/>
                </a:lnTo>
                <a:lnTo>
                  <a:pt x="258365" y="3138159"/>
                </a:lnTo>
                <a:close/>
                <a:moveTo>
                  <a:pt x="10794114" y="2610895"/>
                </a:moveTo>
                <a:lnTo>
                  <a:pt x="10323174" y="3081834"/>
                </a:lnTo>
                <a:lnTo>
                  <a:pt x="10792548" y="3551209"/>
                </a:lnTo>
                <a:lnTo>
                  <a:pt x="10852239" y="3551209"/>
                </a:lnTo>
                <a:lnTo>
                  <a:pt x="11321612" y="3081835"/>
                </a:lnTo>
                <a:lnTo>
                  <a:pt x="10850672" y="2610895"/>
                </a:lnTo>
                <a:close/>
                <a:moveTo>
                  <a:pt x="9743434" y="2610895"/>
                </a:moveTo>
                <a:lnTo>
                  <a:pt x="9272494" y="3081834"/>
                </a:lnTo>
                <a:lnTo>
                  <a:pt x="9741869" y="3551209"/>
                </a:lnTo>
                <a:lnTo>
                  <a:pt x="9801555" y="3551209"/>
                </a:lnTo>
                <a:lnTo>
                  <a:pt x="10270931" y="3081833"/>
                </a:lnTo>
                <a:lnTo>
                  <a:pt x="9799992" y="2610895"/>
                </a:lnTo>
                <a:close/>
                <a:moveTo>
                  <a:pt x="8692754" y="2610895"/>
                </a:moveTo>
                <a:lnTo>
                  <a:pt x="8221811" y="3081837"/>
                </a:lnTo>
                <a:lnTo>
                  <a:pt x="8691183" y="3551209"/>
                </a:lnTo>
                <a:lnTo>
                  <a:pt x="8750876" y="3551209"/>
                </a:lnTo>
                <a:lnTo>
                  <a:pt x="9220250" y="3081835"/>
                </a:lnTo>
                <a:lnTo>
                  <a:pt x="8749310" y="2610895"/>
                </a:lnTo>
                <a:close/>
                <a:moveTo>
                  <a:pt x="7642070" y="2610895"/>
                </a:moveTo>
                <a:lnTo>
                  <a:pt x="7171131" y="3081835"/>
                </a:lnTo>
                <a:lnTo>
                  <a:pt x="7640505" y="3551209"/>
                </a:lnTo>
                <a:lnTo>
                  <a:pt x="7700194" y="3551209"/>
                </a:lnTo>
                <a:lnTo>
                  <a:pt x="8169567" y="3081836"/>
                </a:lnTo>
                <a:lnTo>
                  <a:pt x="7698625" y="2610895"/>
                </a:lnTo>
                <a:close/>
                <a:moveTo>
                  <a:pt x="6591389" y="2610895"/>
                </a:moveTo>
                <a:lnTo>
                  <a:pt x="6120448" y="3081836"/>
                </a:lnTo>
                <a:lnTo>
                  <a:pt x="6589820" y="3551209"/>
                </a:lnTo>
                <a:lnTo>
                  <a:pt x="6649514" y="3551209"/>
                </a:lnTo>
                <a:lnTo>
                  <a:pt x="7118887" y="3081836"/>
                </a:lnTo>
                <a:lnTo>
                  <a:pt x="6647947" y="2610895"/>
                </a:lnTo>
                <a:close/>
                <a:moveTo>
                  <a:pt x="5540722" y="2610895"/>
                </a:moveTo>
                <a:lnTo>
                  <a:pt x="5069790" y="3081837"/>
                </a:lnTo>
                <a:lnTo>
                  <a:pt x="5539152" y="3551209"/>
                </a:lnTo>
                <a:lnTo>
                  <a:pt x="5598843" y="3551209"/>
                </a:lnTo>
                <a:lnTo>
                  <a:pt x="6068204" y="3081836"/>
                </a:lnTo>
                <a:lnTo>
                  <a:pt x="5597274" y="2610895"/>
                </a:lnTo>
                <a:close/>
                <a:moveTo>
                  <a:pt x="4490039" y="2610895"/>
                </a:moveTo>
                <a:lnTo>
                  <a:pt x="4019108" y="3081837"/>
                </a:lnTo>
                <a:lnTo>
                  <a:pt x="4488467" y="3551209"/>
                </a:lnTo>
                <a:lnTo>
                  <a:pt x="4548162" y="3551209"/>
                </a:lnTo>
                <a:lnTo>
                  <a:pt x="5017539" y="3081837"/>
                </a:lnTo>
                <a:lnTo>
                  <a:pt x="4546591" y="2610895"/>
                </a:lnTo>
                <a:close/>
                <a:moveTo>
                  <a:pt x="3439377" y="2610895"/>
                </a:moveTo>
                <a:lnTo>
                  <a:pt x="2968431" y="3081838"/>
                </a:lnTo>
                <a:lnTo>
                  <a:pt x="3437805" y="3551209"/>
                </a:lnTo>
                <a:lnTo>
                  <a:pt x="3497502" y="3551209"/>
                </a:lnTo>
                <a:lnTo>
                  <a:pt x="3966864" y="3081837"/>
                </a:lnTo>
                <a:lnTo>
                  <a:pt x="3495931" y="2610895"/>
                </a:lnTo>
                <a:close/>
                <a:moveTo>
                  <a:pt x="2388695" y="2610895"/>
                </a:moveTo>
                <a:lnTo>
                  <a:pt x="1917746" y="3081837"/>
                </a:lnTo>
                <a:lnTo>
                  <a:pt x="2387125" y="3551209"/>
                </a:lnTo>
                <a:lnTo>
                  <a:pt x="2446819" y="3551209"/>
                </a:lnTo>
                <a:lnTo>
                  <a:pt x="2916188" y="3081838"/>
                </a:lnTo>
                <a:lnTo>
                  <a:pt x="2445246" y="2610895"/>
                </a:lnTo>
                <a:close/>
                <a:moveTo>
                  <a:pt x="1338007" y="2610895"/>
                </a:moveTo>
                <a:lnTo>
                  <a:pt x="867066" y="3081838"/>
                </a:lnTo>
                <a:lnTo>
                  <a:pt x="1336436" y="3551209"/>
                </a:lnTo>
                <a:lnTo>
                  <a:pt x="1396132" y="3551209"/>
                </a:lnTo>
                <a:lnTo>
                  <a:pt x="1865502" y="3081837"/>
                </a:lnTo>
                <a:lnTo>
                  <a:pt x="1394561" y="2610895"/>
                </a:lnTo>
                <a:close/>
                <a:moveTo>
                  <a:pt x="11291841" y="2500070"/>
                </a:moveTo>
                <a:lnTo>
                  <a:pt x="11402666" y="2500070"/>
                </a:lnTo>
                <a:lnTo>
                  <a:pt x="11402666" y="2610895"/>
                </a:lnTo>
                <a:lnTo>
                  <a:pt x="11291841" y="2610895"/>
                </a:lnTo>
                <a:close/>
                <a:moveTo>
                  <a:pt x="10241033" y="2500070"/>
                </a:moveTo>
                <a:lnTo>
                  <a:pt x="10351858" y="2500070"/>
                </a:lnTo>
                <a:lnTo>
                  <a:pt x="10351858" y="2610895"/>
                </a:lnTo>
                <a:lnTo>
                  <a:pt x="10241033" y="2610895"/>
                </a:lnTo>
                <a:close/>
                <a:moveTo>
                  <a:pt x="9190225" y="2500070"/>
                </a:moveTo>
                <a:lnTo>
                  <a:pt x="9301050" y="2500070"/>
                </a:lnTo>
                <a:lnTo>
                  <a:pt x="9301050" y="2610895"/>
                </a:lnTo>
                <a:lnTo>
                  <a:pt x="9190225" y="2610895"/>
                </a:lnTo>
                <a:close/>
                <a:moveTo>
                  <a:pt x="8139417" y="2500070"/>
                </a:moveTo>
                <a:lnTo>
                  <a:pt x="8250242" y="2500070"/>
                </a:lnTo>
                <a:lnTo>
                  <a:pt x="8250242" y="2610895"/>
                </a:lnTo>
                <a:lnTo>
                  <a:pt x="8139417" y="2610895"/>
                </a:lnTo>
                <a:close/>
                <a:moveTo>
                  <a:pt x="7088609" y="2500070"/>
                </a:moveTo>
                <a:lnTo>
                  <a:pt x="7199434" y="2500070"/>
                </a:lnTo>
                <a:lnTo>
                  <a:pt x="7199434" y="2610895"/>
                </a:lnTo>
                <a:lnTo>
                  <a:pt x="7088609" y="2610895"/>
                </a:lnTo>
                <a:close/>
                <a:moveTo>
                  <a:pt x="6037801" y="2500070"/>
                </a:moveTo>
                <a:lnTo>
                  <a:pt x="6148626" y="2500070"/>
                </a:lnTo>
                <a:lnTo>
                  <a:pt x="6148626" y="2610895"/>
                </a:lnTo>
                <a:lnTo>
                  <a:pt x="6037801" y="2610895"/>
                </a:lnTo>
                <a:close/>
                <a:moveTo>
                  <a:pt x="4987000" y="2500070"/>
                </a:moveTo>
                <a:lnTo>
                  <a:pt x="5097829" y="2500070"/>
                </a:lnTo>
                <a:lnTo>
                  <a:pt x="5097829" y="2610895"/>
                </a:lnTo>
                <a:lnTo>
                  <a:pt x="4987000" y="2610895"/>
                </a:lnTo>
                <a:close/>
                <a:moveTo>
                  <a:pt x="3936200" y="2500070"/>
                </a:moveTo>
                <a:lnTo>
                  <a:pt x="4047024" y="2500070"/>
                </a:lnTo>
                <a:lnTo>
                  <a:pt x="4047024" y="2610895"/>
                </a:lnTo>
                <a:lnTo>
                  <a:pt x="3936200" y="2610895"/>
                </a:lnTo>
                <a:close/>
                <a:moveTo>
                  <a:pt x="2885393" y="2500070"/>
                </a:moveTo>
                <a:lnTo>
                  <a:pt x="2996218" y="2500070"/>
                </a:lnTo>
                <a:lnTo>
                  <a:pt x="2996218" y="2610895"/>
                </a:lnTo>
                <a:lnTo>
                  <a:pt x="2885393" y="2610895"/>
                </a:lnTo>
                <a:close/>
                <a:moveTo>
                  <a:pt x="1834583" y="2500070"/>
                </a:moveTo>
                <a:lnTo>
                  <a:pt x="1945408" y="2500070"/>
                </a:lnTo>
                <a:lnTo>
                  <a:pt x="1945408" y="2610895"/>
                </a:lnTo>
                <a:lnTo>
                  <a:pt x="1834583" y="2610895"/>
                </a:lnTo>
                <a:close/>
                <a:moveTo>
                  <a:pt x="783777" y="2500070"/>
                </a:moveTo>
                <a:lnTo>
                  <a:pt x="894602" y="2500070"/>
                </a:lnTo>
                <a:lnTo>
                  <a:pt x="894602" y="2610895"/>
                </a:lnTo>
                <a:lnTo>
                  <a:pt x="783777" y="2610895"/>
                </a:lnTo>
                <a:close/>
                <a:moveTo>
                  <a:pt x="1891623" y="2057291"/>
                </a:moveTo>
                <a:lnTo>
                  <a:pt x="1420005" y="2528898"/>
                </a:lnTo>
                <a:lnTo>
                  <a:pt x="1420005" y="2584095"/>
                </a:lnTo>
                <a:lnTo>
                  <a:pt x="1891624" y="3055715"/>
                </a:lnTo>
                <a:lnTo>
                  <a:pt x="2359991" y="2587356"/>
                </a:lnTo>
                <a:lnTo>
                  <a:pt x="2359991" y="2525640"/>
                </a:lnTo>
                <a:close/>
                <a:moveTo>
                  <a:pt x="2942310" y="2057291"/>
                </a:moveTo>
                <a:lnTo>
                  <a:pt x="2470816" y="2528774"/>
                </a:lnTo>
                <a:lnTo>
                  <a:pt x="2470816" y="2584221"/>
                </a:lnTo>
                <a:lnTo>
                  <a:pt x="2942310" y="3055716"/>
                </a:lnTo>
                <a:lnTo>
                  <a:pt x="3410799" y="2587229"/>
                </a:lnTo>
                <a:lnTo>
                  <a:pt x="3410799" y="2525765"/>
                </a:lnTo>
                <a:close/>
                <a:moveTo>
                  <a:pt x="3992986" y="2057290"/>
                </a:moveTo>
                <a:lnTo>
                  <a:pt x="3521627" y="2528649"/>
                </a:lnTo>
                <a:lnTo>
                  <a:pt x="3521627" y="2584345"/>
                </a:lnTo>
                <a:lnTo>
                  <a:pt x="3992986" y="3055715"/>
                </a:lnTo>
                <a:lnTo>
                  <a:pt x="4461596" y="2587094"/>
                </a:lnTo>
                <a:lnTo>
                  <a:pt x="4461596" y="2525899"/>
                </a:lnTo>
                <a:close/>
                <a:moveTo>
                  <a:pt x="840944" y="2057289"/>
                </a:moveTo>
                <a:lnTo>
                  <a:pt x="369198" y="2529024"/>
                </a:lnTo>
                <a:lnTo>
                  <a:pt x="369198" y="2583969"/>
                </a:lnTo>
                <a:lnTo>
                  <a:pt x="840944" y="3055716"/>
                </a:lnTo>
                <a:lnTo>
                  <a:pt x="1309180" y="2587479"/>
                </a:lnTo>
                <a:lnTo>
                  <a:pt x="1309180" y="2525514"/>
                </a:lnTo>
                <a:close/>
                <a:moveTo>
                  <a:pt x="7145007" y="2057289"/>
                </a:moveTo>
                <a:lnTo>
                  <a:pt x="6674030" y="2528255"/>
                </a:lnTo>
                <a:lnTo>
                  <a:pt x="6674030" y="2584733"/>
                </a:lnTo>
                <a:lnTo>
                  <a:pt x="7145010" y="3055713"/>
                </a:lnTo>
                <a:lnTo>
                  <a:pt x="7614013" y="2586710"/>
                </a:lnTo>
                <a:lnTo>
                  <a:pt x="7614013" y="2526283"/>
                </a:lnTo>
                <a:close/>
                <a:moveTo>
                  <a:pt x="5043664" y="2057289"/>
                </a:moveTo>
                <a:lnTo>
                  <a:pt x="4572421" y="2528513"/>
                </a:lnTo>
                <a:lnTo>
                  <a:pt x="4572421" y="2584480"/>
                </a:lnTo>
                <a:lnTo>
                  <a:pt x="5043664" y="3055715"/>
                </a:lnTo>
                <a:lnTo>
                  <a:pt x="5512404" y="2586968"/>
                </a:lnTo>
                <a:lnTo>
                  <a:pt x="5512404" y="2526024"/>
                </a:lnTo>
                <a:close/>
                <a:moveTo>
                  <a:pt x="10297053" y="2057288"/>
                </a:moveTo>
                <a:lnTo>
                  <a:pt x="9826454" y="2527875"/>
                </a:lnTo>
                <a:lnTo>
                  <a:pt x="9826454" y="2585115"/>
                </a:lnTo>
                <a:lnTo>
                  <a:pt x="10297052" y="3055713"/>
                </a:lnTo>
                <a:lnTo>
                  <a:pt x="10766437" y="2586328"/>
                </a:lnTo>
                <a:lnTo>
                  <a:pt x="10766437" y="2526660"/>
                </a:lnTo>
                <a:close/>
                <a:moveTo>
                  <a:pt x="9246373" y="2057288"/>
                </a:moveTo>
                <a:lnTo>
                  <a:pt x="8775646" y="2528002"/>
                </a:lnTo>
                <a:lnTo>
                  <a:pt x="8775646" y="2584986"/>
                </a:lnTo>
                <a:lnTo>
                  <a:pt x="9246373" y="3055713"/>
                </a:lnTo>
                <a:lnTo>
                  <a:pt x="9715629" y="2586457"/>
                </a:lnTo>
                <a:lnTo>
                  <a:pt x="9715629" y="2526532"/>
                </a:lnTo>
                <a:close/>
                <a:moveTo>
                  <a:pt x="8195690" y="2057288"/>
                </a:moveTo>
                <a:lnTo>
                  <a:pt x="7724838" y="2528128"/>
                </a:lnTo>
                <a:lnTo>
                  <a:pt x="7724838" y="2584864"/>
                </a:lnTo>
                <a:lnTo>
                  <a:pt x="8195689" y="3055714"/>
                </a:lnTo>
                <a:lnTo>
                  <a:pt x="8664821" y="2586582"/>
                </a:lnTo>
                <a:lnTo>
                  <a:pt x="8664821" y="2526406"/>
                </a:lnTo>
                <a:close/>
                <a:moveTo>
                  <a:pt x="6094328" y="2057287"/>
                </a:moveTo>
                <a:lnTo>
                  <a:pt x="5623228" y="2528386"/>
                </a:lnTo>
                <a:lnTo>
                  <a:pt x="5623228" y="2584606"/>
                </a:lnTo>
                <a:lnTo>
                  <a:pt x="6094325" y="3055714"/>
                </a:lnTo>
                <a:lnTo>
                  <a:pt x="6563205" y="2586835"/>
                </a:lnTo>
                <a:lnTo>
                  <a:pt x="6563205" y="2526153"/>
                </a:lnTo>
                <a:close/>
                <a:moveTo>
                  <a:pt x="11347736" y="2057286"/>
                </a:moveTo>
                <a:lnTo>
                  <a:pt x="10877262" y="2527747"/>
                </a:lnTo>
                <a:lnTo>
                  <a:pt x="10877262" y="2585241"/>
                </a:lnTo>
                <a:lnTo>
                  <a:pt x="11347734" y="3055713"/>
                </a:lnTo>
                <a:lnTo>
                  <a:pt x="11817249" y="2586199"/>
                </a:lnTo>
                <a:lnTo>
                  <a:pt x="11817249" y="2526787"/>
                </a:lnTo>
                <a:close/>
                <a:moveTo>
                  <a:pt x="258363" y="1973449"/>
                </a:moveTo>
                <a:lnTo>
                  <a:pt x="369188" y="1973449"/>
                </a:lnTo>
                <a:lnTo>
                  <a:pt x="369188" y="2084274"/>
                </a:lnTo>
                <a:lnTo>
                  <a:pt x="258363" y="2084274"/>
                </a:lnTo>
                <a:close/>
                <a:moveTo>
                  <a:pt x="2359980" y="1973449"/>
                </a:moveTo>
                <a:lnTo>
                  <a:pt x="2470805" y="1973449"/>
                </a:lnTo>
                <a:lnTo>
                  <a:pt x="2470805" y="2084274"/>
                </a:lnTo>
                <a:lnTo>
                  <a:pt x="2359980" y="2084274"/>
                </a:lnTo>
                <a:close/>
                <a:moveTo>
                  <a:pt x="1309171" y="1973449"/>
                </a:moveTo>
                <a:lnTo>
                  <a:pt x="1419995" y="1973449"/>
                </a:lnTo>
                <a:lnTo>
                  <a:pt x="1419995" y="2084274"/>
                </a:lnTo>
                <a:lnTo>
                  <a:pt x="1309171" y="2084274"/>
                </a:lnTo>
                <a:close/>
                <a:moveTo>
                  <a:pt x="4461591" y="1973448"/>
                </a:moveTo>
                <a:lnTo>
                  <a:pt x="4572416" y="1973448"/>
                </a:lnTo>
                <a:lnTo>
                  <a:pt x="4572416" y="2084273"/>
                </a:lnTo>
                <a:lnTo>
                  <a:pt x="4461591" y="2084273"/>
                </a:lnTo>
                <a:close/>
                <a:moveTo>
                  <a:pt x="3410788" y="1973448"/>
                </a:moveTo>
                <a:lnTo>
                  <a:pt x="3521614" y="1973448"/>
                </a:lnTo>
                <a:lnTo>
                  <a:pt x="3521614" y="2084273"/>
                </a:lnTo>
                <a:lnTo>
                  <a:pt x="3410788" y="2084273"/>
                </a:lnTo>
                <a:close/>
                <a:moveTo>
                  <a:pt x="6563205" y="1973448"/>
                </a:moveTo>
                <a:lnTo>
                  <a:pt x="6674030" y="1973448"/>
                </a:lnTo>
                <a:lnTo>
                  <a:pt x="6674030" y="2084273"/>
                </a:lnTo>
                <a:lnTo>
                  <a:pt x="6563205" y="2084273"/>
                </a:lnTo>
                <a:close/>
                <a:moveTo>
                  <a:pt x="5512399" y="1973448"/>
                </a:moveTo>
                <a:lnTo>
                  <a:pt x="5623224" y="1973448"/>
                </a:lnTo>
                <a:lnTo>
                  <a:pt x="5623224" y="2084273"/>
                </a:lnTo>
                <a:lnTo>
                  <a:pt x="5512399" y="2084273"/>
                </a:lnTo>
                <a:close/>
                <a:moveTo>
                  <a:pt x="7614013" y="1973448"/>
                </a:moveTo>
                <a:lnTo>
                  <a:pt x="7724838" y="1973448"/>
                </a:lnTo>
                <a:lnTo>
                  <a:pt x="7724838" y="2084273"/>
                </a:lnTo>
                <a:lnTo>
                  <a:pt x="7614013" y="2084273"/>
                </a:lnTo>
                <a:close/>
                <a:moveTo>
                  <a:pt x="9715629" y="1973448"/>
                </a:moveTo>
                <a:lnTo>
                  <a:pt x="9826454" y="1973448"/>
                </a:lnTo>
                <a:lnTo>
                  <a:pt x="9826454" y="2084273"/>
                </a:lnTo>
                <a:lnTo>
                  <a:pt x="9715629" y="2084273"/>
                </a:lnTo>
                <a:close/>
                <a:moveTo>
                  <a:pt x="8664821" y="1973448"/>
                </a:moveTo>
                <a:lnTo>
                  <a:pt x="8775646" y="1973448"/>
                </a:lnTo>
                <a:lnTo>
                  <a:pt x="8775646" y="2084273"/>
                </a:lnTo>
                <a:lnTo>
                  <a:pt x="8664821" y="2084273"/>
                </a:lnTo>
                <a:close/>
                <a:moveTo>
                  <a:pt x="11817249" y="1973448"/>
                </a:moveTo>
                <a:lnTo>
                  <a:pt x="11928074" y="1973448"/>
                </a:lnTo>
                <a:lnTo>
                  <a:pt x="11928074" y="2084273"/>
                </a:lnTo>
                <a:lnTo>
                  <a:pt x="11817249" y="2084273"/>
                </a:lnTo>
                <a:close/>
                <a:moveTo>
                  <a:pt x="10766437" y="1973448"/>
                </a:moveTo>
                <a:lnTo>
                  <a:pt x="10877262" y="1973448"/>
                </a:lnTo>
                <a:lnTo>
                  <a:pt x="10877262" y="2084273"/>
                </a:lnTo>
                <a:lnTo>
                  <a:pt x="10766437" y="2084273"/>
                </a:lnTo>
                <a:close/>
                <a:moveTo>
                  <a:pt x="3441643" y="1557959"/>
                </a:moveTo>
                <a:lnTo>
                  <a:pt x="2968431" y="2031169"/>
                </a:lnTo>
                <a:lnTo>
                  <a:pt x="3437348" y="2500070"/>
                </a:lnTo>
                <a:lnTo>
                  <a:pt x="3497959" y="2500070"/>
                </a:lnTo>
                <a:lnTo>
                  <a:pt x="3966865" y="2031168"/>
                </a:lnTo>
                <a:lnTo>
                  <a:pt x="3493665" y="1557959"/>
                </a:lnTo>
                <a:close/>
                <a:moveTo>
                  <a:pt x="2390961" y="1557959"/>
                </a:moveTo>
                <a:lnTo>
                  <a:pt x="1917745" y="2031169"/>
                </a:lnTo>
                <a:lnTo>
                  <a:pt x="2386665" y="2500070"/>
                </a:lnTo>
                <a:lnTo>
                  <a:pt x="2447277" y="2500070"/>
                </a:lnTo>
                <a:lnTo>
                  <a:pt x="2916189" y="2031169"/>
                </a:lnTo>
                <a:lnTo>
                  <a:pt x="2442980" y="1557959"/>
                </a:lnTo>
                <a:close/>
                <a:moveTo>
                  <a:pt x="1340273" y="1557959"/>
                </a:moveTo>
                <a:lnTo>
                  <a:pt x="867066" y="2031167"/>
                </a:lnTo>
                <a:lnTo>
                  <a:pt x="1335980" y="2500070"/>
                </a:lnTo>
                <a:lnTo>
                  <a:pt x="1396589" y="2500070"/>
                </a:lnTo>
                <a:lnTo>
                  <a:pt x="1865501" y="2031169"/>
                </a:lnTo>
                <a:lnTo>
                  <a:pt x="1392293" y="1557959"/>
                </a:lnTo>
                <a:close/>
                <a:moveTo>
                  <a:pt x="5542986" y="1557958"/>
                </a:moveTo>
                <a:lnTo>
                  <a:pt x="5069790" y="2031167"/>
                </a:lnTo>
                <a:lnTo>
                  <a:pt x="5538694" y="2500070"/>
                </a:lnTo>
                <a:lnTo>
                  <a:pt x="5599302" y="2500070"/>
                </a:lnTo>
                <a:lnTo>
                  <a:pt x="6068206" y="2031166"/>
                </a:lnTo>
                <a:lnTo>
                  <a:pt x="5595011" y="1557958"/>
                </a:lnTo>
                <a:close/>
                <a:moveTo>
                  <a:pt x="4492305" y="1557958"/>
                </a:moveTo>
                <a:lnTo>
                  <a:pt x="4019109" y="2031168"/>
                </a:lnTo>
                <a:lnTo>
                  <a:pt x="4488010" y="2500070"/>
                </a:lnTo>
                <a:lnTo>
                  <a:pt x="4548620" y="2500070"/>
                </a:lnTo>
                <a:lnTo>
                  <a:pt x="5017539" y="2031167"/>
                </a:lnTo>
                <a:lnTo>
                  <a:pt x="4544326" y="1557958"/>
                </a:lnTo>
                <a:close/>
                <a:moveTo>
                  <a:pt x="7644337" y="1557958"/>
                </a:moveTo>
                <a:lnTo>
                  <a:pt x="7171129" y="2031167"/>
                </a:lnTo>
                <a:lnTo>
                  <a:pt x="7640044" y="2500070"/>
                </a:lnTo>
                <a:lnTo>
                  <a:pt x="7700653" y="2500070"/>
                </a:lnTo>
                <a:lnTo>
                  <a:pt x="8169569" y="2031167"/>
                </a:lnTo>
                <a:lnTo>
                  <a:pt x="7696361" y="1557958"/>
                </a:lnTo>
                <a:close/>
                <a:moveTo>
                  <a:pt x="6593656" y="1557958"/>
                </a:moveTo>
                <a:lnTo>
                  <a:pt x="6120450" y="2031165"/>
                </a:lnTo>
                <a:lnTo>
                  <a:pt x="6589366" y="2500070"/>
                </a:lnTo>
                <a:lnTo>
                  <a:pt x="6649970" y="2500070"/>
                </a:lnTo>
                <a:lnTo>
                  <a:pt x="7118885" y="2031167"/>
                </a:lnTo>
                <a:lnTo>
                  <a:pt x="6645676" y="1557958"/>
                </a:lnTo>
                <a:close/>
                <a:moveTo>
                  <a:pt x="9745703" y="1557958"/>
                </a:moveTo>
                <a:lnTo>
                  <a:pt x="9272494" y="2031167"/>
                </a:lnTo>
                <a:lnTo>
                  <a:pt x="9741408" y="2500070"/>
                </a:lnTo>
                <a:lnTo>
                  <a:pt x="9802016" y="2500070"/>
                </a:lnTo>
                <a:lnTo>
                  <a:pt x="10270931" y="2031167"/>
                </a:lnTo>
                <a:lnTo>
                  <a:pt x="9797723" y="1557958"/>
                </a:lnTo>
                <a:close/>
                <a:moveTo>
                  <a:pt x="8695019" y="1557958"/>
                </a:moveTo>
                <a:lnTo>
                  <a:pt x="8221812" y="2031166"/>
                </a:lnTo>
                <a:lnTo>
                  <a:pt x="8690730" y="2500070"/>
                </a:lnTo>
                <a:lnTo>
                  <a:pt x="8751334" y="2500070"/>
                </a:lnTo>
                <a:lnTo>
                  <a:pt x="9220250" y="2031166"/>
                </a:lnTo>
                <a:lnTo>
                  <a:pt x="8747043" y="1557958"/>
                </a:lnTo>
                <a:close/>
                <a:moveTo>
                  <a:pt x="10796383" y="1557958"/>
                </a:moveTo>
                <a:lnTo>
                  <a:pt x="10323175" y="2031166"/>
                </a:lnTo>
                <a:lnTo>
                  <a:pt x="10792091" y="2500070"/>
                </a:lnTo>
                <a:lnTo>
                  <a:pt x="10852696" y="2500070"/>
                </a:lnTo>
                <a:lnTo>
                  <a:pt x="11321614" y="2031164"/>
                </a:lnTo>
                <a:lnTo>
                  <a:pt x="10848409" y="1557958"/>
                </a:lnTo>
                <a:close/>
                <a:moveTo>
                  <a:pt x="783781" y="1447135"/>
                </a:moveTo>
                <a:lnTo>
                  <a:pt x="894606" y="1447135"/>
                </a:lnTo>
                <a:lnTo>
                  <a:pt x="894606" y="1557959"/>
                </a:lnTo>
                <a:lnTo>
                  <a:pt x="783781" y="1557959"/>
                </a:lnTo>
                <a:close/>
                <a:moveTo>
                  <a:pt x="1834586" y="1447134"/>
                </a:moveTo>
                <a:lnTo>
                  <a:pt x="1945411" y="1447134"/>
                </a:lnTo>
                <a:lnTo>
                  <a:pt x="1945411" y="1557959"/>
                </a:lnTo>
                <a:lnTo>
                  <a:pt x="1834586" y="1557959"/>
                </a:lnTo>
                <a:close/>
                <a:moveTo>
                  <a:pt x="4987002" y="1447134"/>
                </a:moveTo>
                <a:lnTo>
                  <a:pt x="5097832" y="1447134"/>
                </a:lnTo>
                <a:lnTo>
                  <a:pt x="5097832" y="1557958"/>
                </a:lnTo>
                <a:lnTo>
                  <a:pt x="4987002" y="1557958"/>
                </a:lnTo>
                <a:close/>
                <a:moveTo>
                  <a:pt x="3936204" y="1447134"/>
                </a:moveTo>
                <a:lnTo>
                  <a:pt x="4047028" y="1447134"/>
                </a:lnTo>
                <a:lnTo>
                  <a:pt x="4047028" y="1557959"/>
                </a:lnTo>
                <a:lnTo>
                  <a:pt x="3936204" y="1557959"/>
                </a:lnTo>
                <a:close/>
                <a:moveTo>
                  <a:pt x="2885398" y="1447134"/>
                </a:moveTo>
                <a:lnTo>
                  <a:pt x="2996224" y="1447134"/>
                </a:lnTo>
                <a:lnTo>
                  <a:pt x="2996224" y="1557959"/>
                </a:lnTo>
                <a:lnTo>
                  <a:pt x="2885398" y="1557959"/>
                </a:lnTo>
                <a:close/>
                <a:moveTo>
                  <a:pt x="6037801" y="1447133"/>
                </a:moveTo>
                <a:lnTo>
                  <a:pt x="6148626" y="1447133"/>
                </a:lnTo>
                <a:lnTo>
                  <a:pt x="6148626" y="1557958"/>
                </a:lnTo>
                <a:lnTo>
                  <a:pt x="6037801" y="1557958"/>
                </a:lnTo>
                <a:close/>
                <a:moveTo>
                  <a:pt x="9190225" y="1447133"/>
                </a:moveTo>
                <a:lnTo>
                  <a:pt x="9301050" y="1447133"/>
                </a:lnTo>
                <a:lnTo>
                  <a:pt x="9301050" y="1557958"/>
                </a:lnTo>
                <a:lnTo>
                  <a:pt x="9190225" y="1557958"/>
                </a:lnTo>
                <a:close/>
                <a:moveTo>
                  <a:pt x="8139417" y="1447133"/>
                </a:moveTo>
                <a:lnTo>
                  <a:pt x="8250242" y="1447133"/>
                </a:lnTo>
                <a:lnTo>
                  <a:pt x="8250242" y="1557958"/>
                </a:lnTo>
                <a:lnTo>
                  <a:pt x="8139417" y="1557958"/>
                </a:lnTo>
                <a:close/>
                <a:moveTo>
                  <a:pt x="7088609" y="1447133"/>
                </a:moveTo>
                <a:lnTo>
                  <a:pt x="7199434" y="1447133"/>
                </a:lnTo>
                <a:lnTo>
                  <a:pt x="7199434" y="1557958"/>
                </a:lnTo>
                <a:lnTo>
                  <a:pt x="7088609" y="1557958"/>
                </a:lnTo>
                <a:close/>
                <a:moveTo>
                  <a:pt x="10241033" y="1447133"/>
                </a:moveTo>
                <a:lnTo>
                  <a:pt x="10351858" y="1447133"/>
                </a:lnTo>
                <a:lnTo>
                  <a:pt x="10351858" y="1557957"/>
                </a:lnTo>
                <a:lnTo>
                  <a:pt x="10241033" y="1557957"/>
                </a:lnTo>
                <a:close/>
                <a:moveTo>
                  <a:pt x="11291841" y="1447133"/>
                </a:moveTo>
                <a:lnTo>
                  <a:pt x="11402666" y="1447133"/>
                </a:lnTo>
                <a:lnTo>
                  <a:pt x="11402666" y="1557957"/>
                </a:lnTo>
                <a:lnTo>
                  <a:pt x="11291841" y="1557957"/>
                </a:lnTo>
                <a:close/>
                <a:moveTo>
                  <a:pt x="2942310" y="1006607"/>
                </a:moveTo>
                <a:lnTo>
                  <a:pt x="2470820" y="1478100"/>
                </a:lnTo>
                <a:lnTo>
                  <a:pt x="2470820" y="1533556"/>
                </a:lnTo>
                <a:lnTo>
                  <a:pt x="2942310" y="2005047"/>
                </a:lnTo>
                <a:lnTo>
                  <a:pt x="3410804" y="1536556"/>
                </a:lnTo>
                <a:lnTo>
                  <a:pt x="3410804" y="1475099"/>
                </a:lnTo>
                <a:close/>
                <a:moveTo>
                  <a:pt x="1891623" y="1006607"/>
                </a:moveTo>
                <a:lnTo>
                  <a:pt x="1420008" y="1478224"/>
                </a:lnTo>
                <a:lnTo>
                  <a:pt x="1420008" y="1533431"/>
                </a:lnTo>
                <a:lnTo>
                  <a:pt x="1891623" y="2005047"/>
                </a:lnTo>
                <a:lnTo>
                  <a:pt x="2359996" y="1536681"/>
                </a:lnTo>
                <a:lnTo>
                  <a:pt x="2359996" y="1474975"/>
                </a:lnTo>
                <a:close/>
                <a:moveTo>
                  <a:pt x="840943" y="1006607"/>
                </a:moveTo>
                <a:lnTo>
                  <a:pt x="369202" y="1478351"/>
                </a:lnTo>
                <a:lnTo>
                  <a:pt x="369202" y="1533303"/>
                </a:lnTo>
                <a:lnTo>
                  <a:pt x="840944" y="2005046"/>
                </a:lnTo>
                <a:lnTo>
                  <a:pt x="1309184" y="1536806"/>
                </a:lnTo>
                <a:lnTo>
                  <a:pt x="1309184" y="1474850"/>
                </a:lnTo>
                <a:close/>
                <a:moveTo>
                  <a:pt x="3992987" y="1006606"/>
                </a:moveTo>
                <a:lnTo>
                  <a:pt x="3521631" y="1477974"/>
                </a:lnTo>
                <a:lnTo>
                  <a:pt x="3521631" y="1533680"/>
                </a:lnTo>
                <a:lnTo>
                  <a:pt x="3992986" y="2005046"/>
                </a:lnTo>
                <a:lnTo>
                  <a:pt x="4461598" y="1536423"/>
                </a:lnTo>
                <a:lnTo>
                  <a:pt x="4461598" y="1475230"/>
                </a:lnTo>
                <a:close/>
                <a:moveTo>
                  <a:pt x="6094326" y="1006605"/>
                </a:moveTo>
                <a:lnTo>
                  <a:pt x="5623230" y="1477714"/>
                </a:lnTo>
                <a:lnTo>
                  <a:pt x="5623230" y="1533934"/>
                </a:lnTo>
                <a:lnTo>
                  <a:pt x="6094328" y="2005044"/>
                </a:lnTo>
                <a:lnTo>
                  <a:pt x="6563205" y="1536166"/>
                </a:lnTo>
                <a:lnTo>
                  <a:pt x="6563205" y="1475487"/>
                </a:lnTo>
                <a:close/>
                <a:moveTo>
                  <a:pt x="9246371" y="1006604"/>
                </a:moveTo>
                <a:lnTo>
                  <a:pt x="8775646" y="1477332"/>
                </a:lnTo>
                <a:lnTo>
                  <a:pt x="8775646" y="1534319"/>
                </a:lnTo>
                <a:lnTo>
                  <a:pt x="9246371" y="2005045"/>
                </a:lnTo>
                <a:lnTo>
                  <a:pt x="9715629" y="1535786"/>
                </a:lnTo>
                <a:lnTo>
                  <a:pt x="9715629" y="1475864"/>
                </a:lnTo>
                <a:close/>
                <a:moveTo>
                  <a:pt x="5043669" y="1006604"/>
                </a:moveTo>
                <a:lnTo>
                  <a:pt x="4572422" y="1477843"/>
                </a:lnTo>
                <a:lnTo>
                  <a:pt x="4572422" y="1533811"/>
                </a:lnTo>
                <a:lnTo>
                  <a:pt x="5043664" y="2005045"/>
                </a:lnTo>
                <a:lnTo>
                  <a:pt x="5512407" y="1536296"/>
                </a:lnTo>
                <a:lnTo>
                  <a:pt x="5512407" y="1475351"/>
                </a:lnTo>
                <a:close/>
                <a:moveTo>
                  <a:pt x="11347735" y="1006604"/>
                </a:moveTo>
                <a:lnTo>
                  <a:pt x="10877262" y="1477079"/>
                </a:lnTo>
                <a:lnTo>
                  <a:pt x="10877262" y="1534567"/>
                </a:lnTo>
                <a:lnTo>
                  <a:pt x="11347736" y="2005041"/>
                </a:lnTo>
                <a:lnTo>
                  <a:pt x="11817249" y="1535528"/>
                </a:lnTo>
                <a:lnTo>
                  <a:pt x="11817249" y="1476120"/>
                </a:lnTo>
                <a:close/>
                <a:moveTo>
                  <a:pt x="8195690" y="1006604"/>
                </a:moveTo>
                <a:lnTo>
                  <a:pt x="7724838" y="1477458"/>
                </a:lnTo>
                <a:lnTo>
                  <a:pt x="7724838" y="1534191"/>
                </a:lnTo>
                <a:lnTo>
                  <a:pt x="8195691" y="2005044"/>
                </a:lnTo>
                <a:lnTo>
                  <a:pt x="8664821" y="1535914"/>
                </a:lnTo>
                <a:lnTo>
                  <a:pt x="8664821" y="1475736"/>
                </a:lnTo>
                <a:close/>
                <a:moveTo>
                  <a:pt x="7145009" y="1006604"/>
                </a:moveTo>
                <a:lnTo>
                  <a:pt x="6674030" y="1477584"/>
                </a:lnTo>
                <a:lnTo>
                  <a:pt x="6674030" y="1534069"/>
                </a:lnTo>
                <a:lnTo>
                  <a:pt x="7145007" y="2005046"/>
                </a:lnTo>
                <a:lnTo>
                  <a:pt x="7614013" y="1536039"/>
                </a:lnTo>
                <a:lnTo>
                  <a:pt x="7614013" y="1475610"/>
                </a:lnTo>
                <a:close/>
                <a:moveTo>
                  <a:pt x="10297056" y="1006603"/>
                </a:moveTo>
                <a:lnTo>
                  <a:pt x="9826454" y="1477207"/>
                </a:lnTo>
                <a:lnTo>
                  <a:pt x="9826454" y="1534445"/>
                </a:lnTo>
                <a:lnTo>
                  <a:pt x="10297053" y="2005045"/>
                </a:lnTo>
                <a:lnTo>
                  <a:pt x="10766437" y="1535660"/>
                </a:lnTo>
                <a:lnTo>
                  <a:pt x="10766437" y="1475986"/>
                </a:lnTo>
                <a:close/>
                <a:moveTo>
                  <a:pt x="258361" y="922634"/>
                </a:moveTo>
                <a:lnTo>
                  <a:pt x="369186" y="922634"/>
                </a:lnTo>
                <a:lnTo>
                  <a:pt x="369186" y="1033459"/>
                </a:lnTo>
                <a:lnTo>
                  <a:pt x="258361" y="1033459"/>
                </a:lnTo>
                <a:close/>
                <a:moveTo>
                  <a:pt x="2359977" y="922633"/>
                </a:moveTo>
                <a:lnTo>
                  <a:pt x="2470802" y="922633"/>
                </a:lnTo>
                <a:lnTo>
                  <a:pt x="2470802" y="1033458"/>
                </a:lnTo>
                <a:lnTo>
                  <a:pt x="2359977" y="1033458"/>
                </a:lnTo>
                <a:close/>
                <a:moveTo>
                  <a:pt x="1309169" y="922633"/>
                </a:moveTo>
                <a:lnTo>
                  <a:pt x="1419993" y="922633"/>
                </a:lnTo>
                <a:lnTo>
                  <a:pt x="1419993" y="1033458"/>
                </a:lnTo>
                <a:lnTo>
                  <a:pt x="1309169" y="1033458"/>
                </a:lnTo>
                <a:close/>
                <a:moveTo>
                  <a:pt x="5512398" y="922633"/>
                </a:moveTo>
                <a:lnTo>
                  <a:pt x="5623223" y="922633"/>
                </a:lnTo>
                <a:lnTo>
                  <a:pt x="5623223" y="1033458"/>
                </a:lnTo>
                <a:lnTo>
                  <a:pt x="5512398" y="1033458"/>
                </a:lnTo>
                <a:close/>
                <a:moveTo>
                  <a:pt x="4461591" y="922633"/>
                </a:moveTo>
                <a:lnTo>
                  <a:pt x="4572415" y="922633"/>
                </a:lnTo>
                <a:lnTo>
                  <a:pt x="4572415" y="1033458"/>
                </a:lnTo>
                <a:lnTo>
                  <a:pt x="4461591" y="1033458"/>
                </a:lnTo>
                <a:close/>
                <a:moveTo>
                  <a:pt x="3410785" y="922633"/>
                </a:moveTo>
                <a:lnTo>
                  <a:pt x="3521610" y="922633"/>
                </a:lnTo>
                <a:lnTo>
                  <a:pt x="3521610" y="1033458"/>
                </a:lnTo>
                <a:lnTo>
                  <a:pt x="3410785" y="1033458"/>
                </a:lnTo>
                <a:close/>
                <a:moveTo>
                  <a:pt x="7614013" y="922633"/>
                </a:moveTo>
                <a:lnTo>
                  <a:pt x="7724838" y="922633"/>
                </a:lnTo>
                <a:lnTo>
                  <a:pt x="7724838" y="1033458"/>
                </a:lnTo>
                <a:lnTo>
                  <a:pt x="7614013" y="1033458"/>
                </a:lnTo>
                <a:close/>
                <a:moveTo>
                  <a:pt x="6563205" y="922633"/>
                </a:moveTo>
                <a:lnTo>
                  <a:pt x="6674030" y="922633"/>
                </a:lnTo>
                <a:lnTo>
                  <a:pt x="6674030" y="1033458"/>
                </a:lnTo>
                <a:lnTo>
                  <a:pt x="6563205" y="1033458"/>
                </a:lnTo>
                <a:close/>
                <a:moveTo>
                  <a:pt x="10766437" y="922633"/>
                </a:moveTo>
                <a:lnTo>
                  <a:pt x="10877262" y="922633"/>
                </a:lnTo>
                <a:lnTo>
                  <a:pt x="10877262" y="1033458"/>
                </a:lnTo>
                <a:lnTo>
                  <a:pt x="10766437" y="1033458"/>
                </a:lnTo>
                <a:close/>
                <a:moveTo>
                  <a:pt x="9715629" y="922633"/>
                </a:moveTo>
                <a:lnTo>
                  <a:pt x="9826454" y="922633"/>
                </a:lnTo>
                <a:lnTo>
                  <a:pt x="9826454" y="1033458"/>
                </a:lnTo>
                <a:lnTo>
                  <a:pt x="9715629" y="1033458"/>
                </a:lnTo>
                <a:close/>
                <a:moveTo>
                  <a:pt x="8664821" y="922633"/>
                </a:moveTo>
                <a:lnTo>
                  <a:pt x="8775646" y="922633"/>
                </a:lnTo>
                <a:lnTo>
                  <a:pt x="8775646" y="1033458"/>
                </a:lnTo>
                <a:lnTo>
                  <a:pt x="8664821" y="1033458"/>
                </a:lnTo>
                <a:close/>
                <a:moveTo>
                  <a:pt x="11817249" y="922633"/>
                </a:moveTo>
                <a:lnTo>
                  <a:pt x="11928074" y="922633"/>
                </a:lnTo>
                <a:lnTo>
                  <a:pt x="11928074" y="1033458"/>
                </a:lnTo>
                <a:lnTo>
                  <a:pt x="11817249" y="1033458"/>
                </a:lnTo>
                <a:close/>
                <a:moveTo>
                  <a:pt x="1337485" y="510062"/>
                </a:moveTo>
                <a:lnTo>
                  <a:pt x="867065" y="980486"/>
                </a:lnTo>
                <a:lnTo>
                  <a:pt x="1333712" y="1447134"/>
                </a:lnTo>
                <a:lnTo>
                  <a:pt x="1398855" y="1447134"/>
                </a:lnTo>
                <a:lnTo>
                  <a:pt x="1865501" y="980486"/>
                </a:lnTo>
                <a:lnTo>
                  <a:pt x="1395081" y="510062"/>
                </a:lnTo>
                <a:close/>
                <a:moveTo>
                  <a:pt x="2388173" y="510062"/>
                </a:moveTo>
                <a:lnTo>
                  <a:pt x="1917745" y="980486"/>
                </a:lnTo>
                <a:lnTo>
                  <a:pt x="2384399" y="1447134"/>
                </a:lnTo>
                <a:lnTo>
                  <a:pt x="2449542" y="1447134"/>
                </a:lnTo>
                <a:lnTo>
                  <a:pt x="2916189" y="980486"/>
                </a:lnTo>
                <a:lnTo>
                  <a:pt x="2445767" y="510062"/>
                </a:lnTo>
                <a:close/>
                <a:moveTo>
                  <a:pt x="3438856" y="510062"/>
                </a:moveTo>
                <a:lnTo>
                  <a:pt x="2968432" y="980486"/>
                </a:lnTo>
                <a:lnTo>
                  <a:pt x="3435083" y="1447134"/>
                </a:lnTo>
                <a:lnTo>
                  <a:pt x="3500228" y="1447134"/>
                </a:lnTo>
                <a:lnTo>
                  <a:pt x="3966865" y="980485"/>
                </a:lnTo>
                <a:lnTo>
                  <a:pt x="3496454" y="510062"/>
                </a:lnTo>
                <a:close/>
                <a:moveTo>
                  <a:pt x="4489518" y="510062"/>
                </a:moveTo>
                <a:lnTo>
                  <a:pt x="4019109" y="980485"/>
                </a:lnTo>
                <a:lnTo>
                  <a:pt x="4485744" y="1447134"/>
                </a:lnTo>
                <a:lnTo>
                  <a:pt x="4550887" y="1447134"/>
                </a:lnTo>
                <a:lnTo>
                  <a:pt x="5017543" y="980483"/>
                </a:lnTo>
                <a:lnTo>
                  <a:pt x="4547118" y="510062"/>
                </a:lnTo>
                <a:close/>
                <a:moveTo>
                  <a:pt x="5540201" y="510062"/>
                </a:moveTo>
                <a:lnTo>
                  <a:pt x="5069792" y="980483"/>
                </a:lnTo>
                <a:lnTo>
                  <a:pt x="5536431" y="1447134"/>
                </a:lnTo>
                <a:lnTo>
                  <a:pt x="5601567" y="1447134"/>
                </a:lnTo>
                <a:lnTo>
                  <a:pt x="6068204" y="980484"/>
                </a:lnTo>
                <a:lnTo>
                  <a:pt x="5597797" y="510062"/>
                </a:lnTo>
                <a:close/>
                <a:moveTo>
                  <a:pt x="6590867" y="510062"/>
                </a:moveTo>
                <a:lnTo>
                  <a:pt x="6120447" y="980484"/>
                </a:lnTo>
                <a:lnTo>
                  <a:pt x="6587095" y="1447133"/>
                </a:lnTo>
                <a:lnTo>
                  <a:pt x="6652238" y="1447133"/>
                </a:lnTo>
                <a:lnTo>
                  <a:pt x="7118887" y="980483"/>
                </a:lnTo>
                <a:lnTo>
                  <a:pt x="6648468" y="510062"/>
                </a:lnTo>
                <a:close/>
                <a:moveTo>
                  <a:pt x="7641550" y="510061"/>
                </a:moveTo>
                <a:lnTo>
                  <a:pt x="7171131" y="980482"/>
                </a:lnTo>
                <a:lnTo>
                  <a:pt x="7637780" y="1447133"/>
                </a:lnTo>
                <a:lnTo>
                  <a:pt x="7702919" y="1447133"/>
                </a:lnTo>
                <a:lnTo>
                  <a:pt x="8169568" y="980483"/>
                </a:lnTo>
                <a:lnTo>
                  <a:pt x="7699149" y="510061"/>
                </a:lnTo>
                <a:close/>
                <a:moveTo>
                  <a:pt x="8692232" y="510061"/>
                </a:moveTo>
                <a:lnTo>
                  <a:pt x="8221811" y="980484"/>
                </a:lnTo>
                <a:lnTo>
                  <a:pt x="8688459" y="1447133"/>
                </a:lnTo>
                <a:lnTo>
                  <a:pt x="8753603" y="1447133"/>
                </a:lnTo>
                <a:lnTo>
                  <a:pt x="9220250" y="980484"/>
                </a:lnTo>
                <a:lnTo>
                  <a:pt x="8749829" y="510061"/>
                </a:lnTo>
                <a:close/>
                <a:moveTo>
                  <a:pt x="10793597" y="510061"/>
                </a:moveTo>
                <a:lnTo>
                  <a:pt x="10323178" y="980482"/>
                </a:lnTo>
                <a:lnTo>
                  <a:pt x="10789828" y="1447133"/>
                </a:lnTo>
                <a:lnTo>
                  <a:pt x="10854964" y="1447133"/>
                </a:lnTo>
                <a:lnTo>
                  <a:pt x="11321613" y="980483"/>
                </a:lnTo>
                <a:lnTo>
                  <a:pt x="10851193" y="510061"/>
                </a:lnTo>
                <a:close/>
                <a:moveTo>
                  <a:pt x="9742913" y="510061"/>
                </a:moveTo>
                <a:lnTo>
                  <a:pt x="9272493" y="980483"/>
                </a:lnTo>
                <a:lnTo>
                  <a:pt x="9739141" y="1447133"/>
                </a:lnTo>
                <a:lnTo>
                  <a:pt x="9804283" y="1447133"/>
                </a:lnTo>
                <a:lnTo>
                  <a:pt x="10270933" y="980481"/>
                </a:lnTo>
                <a:lnTo>
                  <a:pt x="9800515" y="510061"/>
                </a:lnTo>
                <a:close/>
                <a:moveTo>
                  <a:pt x="783785" y="399238"/>
                </a:moveTo>
                <a:lnTo>
                  <a:pt x="894609" y="399238"/>
                </a:lnTo>
                <a:lnTo>
                  <a:pt x="894609" y="510062"/>
                </a:lnTo>
                <a:lnTo>
                  <a:pt x="783785" y="510062"/>
                </a:lnTo>
                <a:close/>
                <a:moveTo>
                  <a:pt x="2885401" y="399237"/>
                </a:moveTo>
                <a:lnTo>
                  <a:pt x="2996227" y="399237"/>
                </a:lnTo>
                <a:lnTo>
                  <a:pt x="2996227" y="510062"/>
                </a:lnTo>
                <a:lnTo>
                  <a:pt x="2885401" y="510062"/>
                </a:lnTo>
                <a:close/>
                <a:moveTo>
                  <a:pt x="1834590" y="399237"/>
                </a:moveTo>
                <a:lnTo>
                  <a:pt x="1945415" y="399237"/>
                </a:lnTo>
                <a:lnTo>
                  <a:pt x="1945415" y="510062"/>
                </a:lnTo>
                <a:lnTo>
                  <a:pt x="1834590" y="510062"/>
                </a:lnTo>
                <a:close/>
                <a:moveTo>
                  <a:pt x="3936208" y="399237"/>
                </a:moveTo>
                <a:lnTo>
                  <a:pt x="4047032" y="399237"/>
                </a:lnTo>
                <a:lnTo>
                  <a:pt x="4047032" y="510062"/>
                </a:lnTo>
                <a:lnTo>
                  <a:pt x="3936208" y="510062"/>
                </a:lnTo>
                <a:close/>
                <a:moveTo>
                  <a:pt x="4987004" y="399237"/>
                </a:moveTo>
                <a:lnTo>
                  <a:pt x="5097834" y="399237"/>
                </a:lnTo>
                <a:lnTo>
                  <a:pt x="5097834" y="510062"/>
                </a:lnTo>
                <a:lnTo>
                  <a:pt x="4987004" y="510062"/>
                </a:lnTo>
                <a:close/>
                <a:moveTo>
                  <a:pt x="6037802" y="399237"/>
                </a:moveTo>
                <a:lnTo>
                  <a:pt x="6148626" y="399237"/>
                </a:lnTo>
                <a:lnTo>
                  <a:pt x="6148626" y="510062"/>
                </a:lnTo>
                <a:lnTo>
                  <a:pt x="6037802" y="510062"/>
                </a:lnTo>
                <a:close/>
                <a:moveTo>
                  <a:pt x="7088609" y="399237"/>
                </a:moveTo>
                <a:lnTo>
                  <a:pt x="7199434" y="399237"/>
                </a:lnTo>
                <a:lnTo>
                  <a:pt x="7199434" y="510061"/>
                </a:lnTo>
                <a:lnTo>
                  <a:pt x="7088609" y="510061"/>
                </a:lnTo>
                <a:close/>
                <a:moveTo>
                  <a:pt x="8139417" y="399237"/>
                </a:moveTo>
                <a:lnTo>
                  <a:pt x="8250242" y="399237"/>
                </a:lnTo>
                <a:lnTo>
                  <a:pt x="8250242" y="510061"/>
                </a:lnTo>
                <a:lnTo>
                  <a:pt x="8139417" y="510061"/>
                </a:lnTo>
                <a:close/>
                <a:moveTo>
                  <a:pt x="9190225" y="399236"/>
                </a:moveTo>
                <a:lnTo>
                  <a:pt x="9301050" y="399236"/>
                </a:lnTo>
                <a:lnTo>
                  <a:pt x="9301050" y="510061"/>
                </a:lnTo>
                <a:lnTo>
                  <a:pt x="9190225" y="510061"/>
                </a:lnTo>
                <a:close/>
                <a:moveTo>
                  <a:pt x="10241033" y="399236"/>
                </a:moveTo>
                <a:lnTo>
                  <a:pt x="10351858" y="399236"/>
                </a:lnTo>
                <a:lnTo>
                  <a:pt x="10351858" y="510061"/>
                </a:lnTo>
                <a:lnTo>
                  <a:pt x="10241033" y="510061"/>
                </a:lnTo>
                <a:close/>
                <a:moveTo>
                  <a:pt x="11291841" y="399236"/>
                </a:moveTo>
                <a:lnTo>
                  <a:pt x="11402666" y="399236"/>
                </a:lnTo>
                <a:lnTo>
                  <a:pt x="11402666" y="510061"/>
                </a:lnTo>
                <a:lnTo>
                  <a:pt x="11291841" y="510061"/>
                </a:lnTo>
                <a:close/>
                <a:moveTo>
                  <a:pt x="6138405" y="0"/>
                </a:moveTo>
                <a:lnTo>
                  <a:pt x="6190649" y="0"/>
                </a:lnTo>
                <a:lnTo>
                  <a:pt x="6589887" y="399237"/>
                </a:lnTo>
                <a:lnTo>
                  <a:pt x="6649449" y="399237"/>
                </a:lnTo>
                <a:lnTo>
                  <a:pt x="7048684" y="2"/>
                </a:lnTo>
                <a:lnTo>
                  <a:pt x="7100928" y="2"/>
                </a:lnTo>
                <a:lnTo>
                  <a:pt x="6674030" y="426899"/>
                </a:lnTo>
                <a:lnTo>
                  <a:pt x="6674030" y="483379"/>
                </a:lnTo>
                <a:lnTo>
                  <a:pt x="7145009" y="954361"/>
                </a:lnTo>
                <a:lnTo>
                  <a:pt x="7614013" y="485355"/>
                </a:lnTo>
                <a:lnTo>
                  <a:pt x="7614013" y="424926"/>
                </a:lnTo>
                <a:lnTo>
                  <a:pt x="7189086" y="0"/>
                </a:lnTo>
                <a:lnTo>
                  <a:pt x="7241329" y="0"/>
                </a:lnTo>
                <a:lnTo>
                  <a:pt x="7640566" y="399237"/>
                </a:lnTo>
                <a:lnTo>
                  <a:pt x="7700131" y="399237"/>
                </a:lnTo>
                <a:lnTo>
                  <a:pt x="8099367" y="1"/>
                </a:lnTo>
                <a:lnTo>
                  <a:pt x="8151611" y="1"/>
                </a:lnTo>
                <a:lnTo>
                  <a:pt x="7724838" y="426774"/>
                </a:lnTo>
                <a:lnTo>
                  <a:pt x="7724838" y="483508"/>
                </a:lnTo>
                <a:lnTo>
                  <a:pt x="8195689" y="954363"/>
                </a:lnTo>
                <a:lnTo>
                  <a:pt x="8664821" y="485229"/>
                </a:lnTo>
                <a:lnTo>
                  <a:pt x="8664821" y="425053"/>
                </a:lnTo>
                <a:lnTo>
                  <a:pt x="8239767" y="0"/>
                </a:lnTo>
                <a:lnTo>
                  <a:pt x="8292011" y="0"/>
                </a:lnTo>
                <a:lnTo>
                  <a:pt x="8691248" y="399236"/>
                </a:lnTo>
                <a:lnTo>
                  <a:pt x="8750812" y="399236"/>
                </a:lnTo>
                <a:lnTo>
                  <a:pt x="9150049" y="1"/>
                </a:lnTo>
                <a:lnTo>
                  <a:pt x="9202293" y="1"/>
                </a:lnTo>
                <a:lnTo>
                  <a:pt x="8775646" y="426647"/>
                </a:lnTo>
                <a:lnTo>
                  <a:pt x="8775646" y="483635"/>
                </a:lnTo>
                <a:lnTo>
                  <a:pt x="9246372" y="954363"/>
                </a:lnTo>
                <a:lnTo>
                  <a:pt x="9715629" y="485103"/>
                </a:lnTo>
                <a:lnTo>
                  <a:pt x="9715629" y="425175"/>
                </a:lnTo>
                <a:lnTo>
                  <a:pt x="9290453" y="0"/>
                </a:lnTo>
                <a:lnTo>
                  <a:pt x="9342696" y="0"/>
                </a:lnTo>
                <a:lnTo>
                  <a:pt x="9741934" y="399236"/>
                </a:lnTo>
                <a:lnTo>
                  <a:pt x="9801496" y="399236"/>
                </a:lnTo>
                <a:lnTo>
                  <a:pt x="10200732" y="1"/>
                </a:lnTo>
                <a:lnTo>
                  <a:pt x="10252974" y="1"/>
                </a:lnTo>
                <a:lnTo>
                  <a:pt x="9826454" y="426520"/>
                </a:lnTo>
                <a:lnTo>
                  <a:pt x="9826454" y="483756"/>
                </a:lnTo>
                <a:lnTo>
                  <a:pt x="10297055" y="954360"/>
                </a:lnTo>
                <a:lnTo>
                  <a:pt x="10766437" y="484975"/>
                </a:lnTo>
                <a:lnTo>
                  <a:pt x="10766437" y="425305"/>
                </a:lnTo>
                <a:lnTo>
                  <a:pt x="10341131" y="0"/>
                </a:lnTo>
                <a:lnTo>
                  <a:pt x="10393375" y="0"/>
                </a:lnTo>
                <a:lnTo>
                  <a:pt x="10792612" y="399236"/>
                </a:lnTo>
                <a:lnTo>
                  <a:pt x="10852176" y="399236"/>
                </a:lnTo>
                <a:lnTo>
                  <a:pt x="11251411" y="3"/>
                </a:lnTo>
                <a:lnTo>
                  <a:pt x="11303657" y="3"/>
                </a:lnTo>
                <a:lnTo>
                  <a:pt x="10877262" y="426397"/>
                </a:lnTo>
                <a:lnTo>
                  <a:pt x="10877262" y="483887"/>
                </a:lnTo>
                <a:lnTo>
                  <a:pt x="11347735" y="954362"/>
                </a:lnTo>
                <a:lnTo>
                  <a:pt x="11817249" y="484846"/>
                </a:lnTo>
                <a:lnTo>
                  <a:pt x="11817249" y="425436"/>
                </a:lnTo>
                <a:lnTo>
                  <a:pt x="11391812" y="0"/>
                </a:lnTo>
                <a:lnTo>
                  <a:pt x="11444056" y="0"/>
                </a:lnTo>
                <a:lnTo>
                  <a:pt x="11843293" y="399236"/>
                </a:lnTo>
                <a:lnTo>
                  <a:pt x="11902859" y="399236"/>
                </a:lnTo>
                <a:lnTo>
                  <a:pt x="12191973" y="110123"/>
                </a:lnTo>
                <a:lnTo>
                  <a:pt x="12191973" y="162366"/>
                </a:lnTo>
                <a:lnTo>
                  <a:pt x="11928074" y="426265"/>
                </a:lnTo>
                <a:lnTo>
                  <a:pt x="11928074" y="484017"/>
                </a:lnTo>
                <a:lnTo>
                  <a:pt x="12191974" y="747926"/>
                </a:lnTo>
                <a:lnTo>
                  <a:pt x="12191974" y="800166"/>
                </a:lnTo>
                <a:lnTo>
                  <a:pt x="11901874" y="510061"/>
                </a:lnTo>
                <a:lnTo>
                  <a:pt x="11844278" y="510061"/>
                </a:lnTo>
                <a:lnTo>
                  <a:pt x="11373857" y="980483"/>
                </a:lnTo>
                <a:lnTo>
                  <a:pt x="11840505" y="1447132"/>
                </a:lnTo>
                <a:lnTo>
                  <a:pt x="11905645" y="1447132"/>
                </a:lnTo>
                <a:lnTo>
                  <a:pt x="12191976" y="1160803"/>
                </a:lnTo>
                <a:lnTo>
                  <a:pt x="12191976" y="1213046"/>
                </a:lnTo>
                <a:lnTo>
                  <a:pt x="11928074" y="1476947"/>
                </a:lnTo>
                <a:lnTo>
                  <a:pt x="11928074" y="1534702"/>
                </a:lnTo>
                <a:lnTo>
                  <a:pt x="12191975" y="1798604"/>
                </a:lnTo>
                <a:lnTo>
                  <a:pt x="12191975" y="1850847"/>
                </a:lnTo>
                <a:lnTo>
                  <a:pt x="11899087" y="1557957"/>
                </a:lnTo>
                <a:lnTo>
                  <a:pt x="11847063" y="1557957"/>
                </a:lnTo>
                <a:lnTo>
                  <a:pt x="11373858" y="2031163"/>
                </a:lnTo>
                <a:lnTo>
                  <a:pt x="11842778" y="2500070"/>
                </a:lnTo>
                <a:lnTo>
                  <a:pt x="11903378" y="2500070"/>
                </a:lnTo>
                <a:lnTo>
                  <a:pt x="12191975" y="2211473"/>
                </a:lnTo>
                <a:lnTo>
                  <a:pt x="12191974" y="2263716"/>
                </a:lnTo>
                <a:lnTo>
                  <a:pt x="11928074" y="2527616"/>
                </a:lnTo>
                <a:lnTo>
                  <a:pt x="11928074" y="2585366"/>
                </a:lnTo>
                <a:lnTo>
                  <a:pt x="12191978" y="2849270"/>
                </a:lnTo>
                <a:lnTo>
                  <a:pt x="12191977" y="2901515"/>
                </a:lnTo>
                <a:lnTo>
                  <a:pt x="11901357" y="2610895"/>
                </a:lnTo>
                <a:lnTo>
                  <a:pt x="11844795" y="2610895"/>
                </a:lnTo>
                <a:lnTo>
                  <a:pt x="11373856" y="3081835"/>
                </a:lnTo>
                <a:lnTo>
                  <a:pt x="11843230" y="3551209"/>
                </a:lnTo>
                <a:lnTo>
                  <a:pt x="11902922" y="3551209"/>
                </a:lnTo>
                <a:lnTo>
                  <a:pt x="12191974" y="3262156"/>
                </a:lnTo>
                <a:lnTo>
                  <a:pt x="12191974" y="3314400"/>
                </a:lnTo>
                <a:lnTo>
                  <a:pt x="11928074" y="3578299"/>
                </a:lnTo>
                <a:lnTo>
                  <a:pt x="11928074" y="3636053"/>
                </a:lnTo>
                <a:lnTo>
                  <a:pt x="12191975" y="3899954"/>
                </a:lnTo>
                <a:lnTo>
                  <a:pt x="12191975" y="3952198"/>
                </a:lnTo>
                <a:lnTo>
                  <a:pt x="11901811" y="3662034"/>
                </a:lnTo>
                <a:lnTo>
                  <a:pt x="11844339" y="3662034"/>
                </a:lnTo>
                <a:lnTo>
                  <a:pt x="11373856" y="4132518"/>
                </a:lnTo>
                <a:lnTo>
                  <a:pt x="11813331" y="4571992"/>
                </a:lnTo>
                <a:lnTo>
                  <a:pt x="11761089" y="4571991"/>
                </a:lnTo>
                <a:lnTo>
                  <a:pt x="11347736" y="4158638"/>
                </a:lnTo>
                <a:lnTo>
                  <a:pt x="10934382" y="4571992"/>
                </a:lnTo>
                <a:lnTo>
                  <a:pt x="10882138" y="4571992"/>
                </a:lnTo>
                <a:lnTo>
                  <a:pt x="11321614" y="4132516"/>
                </a:lnTo>
                <a:lnTo>
                  <a:pt x="10851132" y="3662034"/>
                </a:lnTo>
                <a:lnTo>
                  <a:pt x="10793656" y="3662034"/>
                </a:lnTo>
                <a:lnTo>
                  <a:pt x="10323175" y="4132515"/>
                </a:lnTo>
                <a:lnTo>
                  <a:pt x="10762651" y="4571991"/>
                </a:lnTo>
                <a:lnTo>
                  <a:pt x="10710406" y="4571992"/>
                </a:lnTo>
                <a:lnTo>
                  <a:pt x="10297052" y="4158638"/>
                </a:lnTo>
                <a:lnTo>
                  <a:pt x="9883699" y="4571992"/>
                </a:lnTo>
                <a:lnTo>
                  <a:pt x="9831456" y="4571992"/>
                </a:lnTo>
                <a:lnTo>
                  <a:pt x="10270931" y="4132517"/>
                </a:lnTo>
                <a:lnTo>
                  <a:pt x="9800448" y="3662034"/>
                </a:lnTo>
                <a:lnTo>
                  <a:pt x="9742974" y="3662034"/>
                </a:lnTo>
                <a:lnTo>
                  <a:pt x="9272491" y="4132517"/>
                </a:lnTo>
                <a:lnTo>
                  <a:pt x="9711968" y="4571993"/>
                </a:lnTo>
                <a:lnTo>
                  <a:pt x="9659723" y="4571993"/>
                </a:lnTo>
                <a:lnTo>
                  <a:pt x="9246369" y="4158639"/>
                </a:lnTo>
                <a:lnTo>
                  <a:pt x="8833016" y="4571992"/>
                </a:lnTo>
                <a:lnTo>
                  <a:pt x="8780772" y="4571992"/>
                </a:lnTo>
                <a:lnTo>
                  <a:pt x="9220247" y="4132517"/>
                </a:lnTo>
                <a:lnTo>
                  <a:pt x="8749764" y="3662034"/>
                </a:lnTo>
                <a:lnTo>
                  <a:pt x="8692294" y="3662034"/>
                </a:lnTo>
                <a:lnTo>
                  <a:pt x="8221812" y="4132516"/>
                </a:lnTo>
                <a:lnTo>
                  <a:pt x="8661288" y="4571992"/>
                </a:lnTo>
                <a:lnTo>
                  <a:pt x="8609042" y="4571992"/>
                </a:lnTo>
                <a:lnTo>
                  <a:pt x="8195689" y="4158639"/>
                </a:lnTo>
                <a:lnTo>
                  <a:pt x="7782334" y="4571994"/>
                </a:lnTo>
                <a:lnTo>
                  <a:pt x="7730092" y="4571994"/>
                </a:lnTo>
                <a:lnTo>
                  <a:pt x="8169568" y="4132518"/>
                </a:lnTo>
                <a:lnTo>
                  <a:pt x="7699085" y="3662034"/>
                </a:lnTo>
                <a:lnTo>
                  <a:pt x="7641614" y="3662034"/>
                </a:lnTo>
                <a:lnTo>
                  <a:pt x="7171129" y="4132518"/>
                </a:lnTo>
                <a:lnTo>
                  <a:pt x="7610604" y="4571993"/>
                </a:lnTo>
                <a:lnTo>
                  <a:pt x="7558360" y="4571993"/>
                </a:lnTo>
                <a:lnTo>
                  <a:pt x="7145007" y="4158640"/>
                </a:lnTo>
                <a:lnTo>
                  <a:pt x="6731655" y="4571993"/>
                </a:lnTo>
                <a:lnTo>
                  <a:pt x="6679410" y="4571993"/>
                </a:lnTo>
                <a:lnTo>
                  <a:pt x="7118885" y="4132518"/>
                </a:lnTo>
                <a:lnTo>
                  <a:pt x="6648402" y="3662034"/>
                </a:lnTo>
                <a:lnTo>
                  <a:pt x="6590932" y="3662034"/>
                </a:lnTo>
                <a:lnTo>
                  <a:pt x="6120448" y="4132519"/>
                </a:lnTo>
                <a:lnTo>
                  <a:pt x="6559922" y="4571993"/>
                </a:lnTo>
                <a:lnTo>
                  <a:pt x="6507678" y="4571993"/>
                </a:lnTo>
                <a:lnTo>
                  <a:pt x="6094326" y="4158641"/>
                </a:lnTo>
                <a:lnTo>
                  <a:pt x="5680985" y="4571992"/>
                </a:lnTo>
                <a:lnTo>
                  <a:pt x="5628744" y="4571992"/>
                </a:lnTo>
                <a:lnTo>
                  <a:pt x="6068205" y="4132519"/>
                </a:lnTo>
                <a:lnTo>
                  <a:pt x="5597731" y="3662034"/>
                </a:lnTo>
                <a:lnTo>
                  <a:pt x="5540263" y="3662034"/>
                </a:lnTo>
                <a:lnTo>
                  <a:pt x="5069789" y="4132518"/>
                </a:lnTo>
                <a:lnTo>
                  <a:pt x="5509253" y="4571993"/>
                </a:lnTo>
                <a:lnTo>
                  <a:pt x="5457012" y="4571993"/>
                </a:lnTo>
                <a:lnTo>
                  <a:pt x="5043664" y="4158640"/>
                </a:lnTo>
                <a:lnTo>
                  <a:pt x="4630303" y="4571992"/>
                </a:lnTo>
                <a:lnTo>
                  <a:pt x="4578059" y="4571992"/>
                </a:lnTo>
                <a:lnTo>
                  <a:pt x="5017539" y="4132518"/>
                </a:lnTo>
                <a:lnTo>
                  <a:pt x="4547049" y="3662034"/>
                </a:lnTo>
                <a:lnTo>
                  <a:pt x="4489581" y="3662034"/>
                </a:lnTo>
                <a:lnTo>
                  <a:pt x="4019108" y="4132519"/>
                </a:lnTo>
                <a:lnTo>
                  <a:pt x="4458568" y="4571993"/>
                </a:lnTo>
                <a:lnTo>
                  <a:pt x="4406323" y="4571993"/>
                </a:lnTo>
                <a:lnTo>
                  <a:pt x="3992985" y="4158641"/>
                </a:lnTo>
                <a:lnTo>
                  <a:pt x="3579645" y="4571992"/>
                </a:lnTo>
                <a:lnTo>
                  <a:pt x="3527403" y="4571992"/>
                </a:lnTo>
                <a:lnTo>
                  <a:pt x="3966864" y="4132520"/>
                </a:lnTo>
                <a:lnTo>
                  <a:pt x="3496388" y="3662034"/>
                </a:lnTo>
                <a:lnTo>
                  <a:pt x="3438920" y="3662034"/>
                </a:lnTo>
                <a:lnTo>
                  <a:pt x="2968432" y="4132519"/>
                </a:lnTo>
                <a:lnTo>
                  <a:pt x="3407908" y="4571992"/>
                </a:lnTo>
                <a:lnTo>
                  <a:pt x="3355663" y="4571992"/>
                </a:lnTo>
                <a:lnTo>
                  <a:pt x="2942311" y="4158641"/>
                </a:lnTo>
                <a:lnTo>
                  <a:pt x="2528961" y="4571991"/>
                </a:lnTo>
                <a:lnTo>
                  <a:pt x="2476717" y="4571991"/>
                </a:lnTo>
                <a:lnTo>
                  <a:pt x="2916189" y="4132519"/>
                </a:lnTo>
                <a:lnTo>
                  <a:pt x="2445706" y="3662034"/>
                </a:lnTo>
                <a:lnTo>
                  <a:pt x="2388237" y="3662034"/>
                </a:lnTo>
                <a:lnTo>
                  <a:pt x="1917745" y="4132520"/>
                </a:lnTo>
                <a:lnTo>
                  <a:pt x="2357225" y="4571992"/>
                </a:lnTo>
                <a:lnTo>
                  <a:pt x="2304981" y="4571993"/>
                </a:lnTo>
                <a:lnTo>
                  <a:pt x="1891623" y="4158642"/>
                </a:lnTo>
                <a:lnTo>
                  <a:pt x="1478275" y="4571991"/>
                </a:lnTo>
                <a:lnTo>
                  <a:pt x="1426031" y="4571991"/>
                </a:lnTo>
                <a:lnTo>
                  <a:pt x="1865501" y="4132520"/>
                </a:lnTo>
                <a:lnTo>
                  <a:pt x="1395017" y="3662034"/>
                </a:lnTo>
                <a:lnTo>
                  <a:pt x="1337551" y="3662034"/>
                </a:lnTo>
                <a:lnTo>
                  <a:pt x="867066" y="4132521"/>
                </a:lnTo>
                <a:lnTo>
                  <a:pt x="1306536" y="4571992"/>
                </a:lnTo>
                <a:lnTo>
                  <a:pt x="1254292" y="4571992"/>
                </a:lnTo>
                <a:lnTo>
                  <a:pt x="840944" y="4158643"/>
                </a:lnTo>
                <a:lnTo>
                  <a:pt x="427595" y="4571993"/>
                </a:lnTo>
                <a:lnTo>
                  <a:pt x="375351" y="4571993"/>
                </a:lnTo>
                <a:lnTo>
                  <a:pt x="814822" y="4132521"/>
                </a:lnTo>
                <a:lnTo>
                  <a:pt x="344336" y="3662034"/>
                </a:lnTo>
                <a:lnTo>
                  <a:pt x="286870" y="3662034"/>
                </a:lnTo>
                <a:lnTo>
                  <a:pt x="5" y="3948900"/>
                </a:lnTo>
                <a:lnTo>
                  <a:pt x="5" y="3896656"/>
                </a:lnTo>
                <a:lnTo>
                  <a:pt x="258369" y="3638291"/>
                </a:lnTo>
                <a:lnTo>
                  <a:pt x="258369" y="3576066"/>
                </a:lnTo>
                <a:lnTo>
                  <a:pt x="1" y="3317698"/>
                </a:lnTo>
                <a:lnTo>
                  <a:pt x="1" y="3265454"/>
                </a:lnTo>
                <a:lnTo>
                  <a:pt x="285756" y="3551209"/>
                </a:lnTo>
                <a:lnTo>
                  <a:pt x="345451" y="3551209"/>
                </a:lnTo>
                <a:lnTo>
                  <a:pt x="814822" y="3081838"/>
                </a:lnTo>
                <a:lnTo>
                  <a:pt x="343880" y="2610895"/>
                </a:lnTo>
                <a:lnTo>
                  <a:pt x="287328" y="2610895"/>
                </a:lnTo>
                <a:lnTo>
                  <a:pt x="6" y="2898217"/>
                </a:lnTo>
                <a:lnTo>
                  <a:pt x="6" y="2845973"/>
                </a:lnTo>
                <a:lnTo>
                  <a:pt x="258373" y="2587605"/>
                </a:lnTo>
                <a:lnTo>
                  <a:pt x="258373" y="2525388"/>
                </a:lnTo>
                <a:lnTo>
                  <a:pt x="1" y="2267015"/>
                </a:lnTo>
                <a:lnTo>
                  <a:pt x="0" y="2214770"/>
                </a:lnTo>
                <a:lnTo>
                  <a:pt x="285299" y="2500070"/>
                </a:lnTo>
                <a:lnTo>
                  <a:pt x="345909" y="2500070"/>
                </a:lnTo>
                <a:lnTo>
                  <a:pt x="814822" y="2031167"/>
                </a:lnTo>
                <a:lnTo>
                  <a:pt x="341616" y="1557959"/>
                </a:lnTo>
                <a:lnTo>
                  <a:pt x="289593" y="1557959"/>
                </a:lnTo>
                <a:lnTo>
                  <a:pt x="4" y="1847551"/>
                </a:lnTo>
                <a:lnTo>
                  <a:pt x="4" y="1795307"/>
                </a:lnTo>
                <a:lnTo>
                  <a:pt x="258377" y="1536932"/>
                </a:lnTo>
                <a:lnTo>
                  <a:pt x="258377" y="1474721"/>
                </a:lnTo>
                <a:lnTo>
                  <a:pt x="2" y="1216345"/>
                </a:lnTo>
                <a:lnTo>
                  <a:pt x="2" y="1164102"/>
                </a:lnTo>
                <a:lnTo>
                  <a:pt x="283034" y="1447135"/>
                </a:lnTo>
                <a:lnTo>
                  <a:pt x="348175" y="1447135"/>
                </a:lnTo>
                <a:lnTo>
                  <a:pt x="814821" y="980486"/>
                </a:lnTo>
                <a:lnTo>
                  <a:pt x="344401" y="510062"/>
                </a:lnTo>
                <a:lnTo>
                  <a:pt x="286805" y="510062"/>
                </a:lnTo>
                <a:lnTo>
                  <a:pt x="5" y="796868"/>
                </a:lnTo>
                <a:lnTo>
                  <a:pt x="5" y="744628"/>
                </a:lnTo>
                <a:lnTo>
                  <a:pt x="258382" y="486242"/>
                </a:lnTo>
                <a:lnTo>
                  <a:pt x="258382" y="424043"/>
                </a:lnTo>
                <a:lnTo>
                  <a:pt x="3" y="165664"/>
                </a:lnTo>
                <a:lnTo>
                  <a:pt x="3" y="113420"/>
                </a:lnTo>
                <a:lnTo>
                  <a:pt x="285820" y="399237"/>
                </a:lnTo>
                <a:lnTo>
                  <a:pt x="345386" y="399237"/>
                </a:lnTo>
                <a:lnTo>
                  <a:pt x="744622" y="2"/>
                </a:lnTo>
                <a:lnTo>
                  <a:pt x="796865" y="2"/>
                </a:lnTo>
                <a:lnTo>
                  <a:pt x="369206" y="427661"/>
                </a:lnTo>
                <a:lnTo>
                  <a:pt x="369206" y="482624"/>
                </a:lnTo>
                <a:lnTo>
                  <a:pt x="840943" y="954364"/>
                </a:lnTo>
                <a:lnTo>
                  <a:pt x="1309187" y="486116"/>
                </a:lnTo>
                <a:lnTo>
                  <a:pt x="1309187" y="424169"/>
                </a:lnTo>
                <a:lnTo>
                  <a:pt x="885019" y="0"/>
                </a:lnTo>
                <a:lnTo>
                  <a:pt x="937262" y="0"/>
                </a:lnTo>
                <a:lnTo>
                  <a:pt x="1336499" y="399237"/>
                </a:lnTo>
                <a:lnTo>
                  <a:pt x="1396066" y="399237"/>
                </a:lnTo>
                <a:lnTo>
                  <a:pt x="1795300" y="3"/>
                </a:lnTo>
                <a:lnTo>
                  <a:pt x="1847544" y="3"/>
                </a:lnTo>
                <a:lnTo>
                  <a:pt x="1420012" y="427535"/>
                </a:lnTo>
                <a:lnTo>
                  <a:pt x="1420012" y="482750"/>
                </a:lnTo>
                <a:lnTo>
                  <a:pt x="1891623" y="954365"/>
                </a:lnTo>
                <a:lnTo>
                  <a:pt x="2360001" y="485992"/>
                </a:lnTo>
                <a:lnTo>
                  <a:pt x="2360001" y="424295"/>
                </a:lnTo>
                <a:lnTo>
                  <a:pt x="1935698" y="0"/>
                </a:lnTo>
                <a:lnTo>
                  <a:pt x="1987943" y="0"/>
                </a:lnTo>
                <a:lnTo>
                  <a:pt x="2387187" y="399237"/>
                </a:lnTo>
                <a:lnTo>
                  <a:pt x="2446755" y="399237"/>
                </a:lnTo>
                <a:lnTo>
                  <a:pt x="2845991" y="2"/>
                </a:lnTo>
                <a:lnTo>
                  <a:pt x="2898236" y="2"/>
                </a:lnTo>
                <a:lnTo>
                  <a:pt x="2470825" y="427411"/>
                </a:lnTo>
                <a:lnTo>
                  <a:pt x="2470825" y="482875"/>
                </a:lnTo>
                <a:lnTo>
                  <a:pt x="2942310" y="954365"/>
                </a:lnTo>
                <a:lnTo>
                  <a:pt x="3410809" y="485866"/>
                </a:lnTo>
                <a:lnTo>
                  <a:pt x="3410809" y="424419"/>
                </a:lnTo>
                <a:lnTo>
                  <a:pt x="2986386" y="0"/>
                </a:lnTo>
                <a:lnTo>
                  <a:pt x="3038626" y="0"/>
                </a:lnTo>
                <a:lnTo>
                  <a:pt x="3437870" y="399237"/>
                </a:lnTo>
                <a:lnTo>
                  <a:pt x="3497441" y="399237"/>
                </a:lnTo>
                <a:lnTo>
                  <a:pt x="3896667" y="2"/>
                </a:lnTo>
                <a:lnTo>
                  <a:pt x="3948913" y="2"/>
                </a:lnTo>
                <a:lnTo>
                  <a:pt x="3521637" y="427285"/>
                </a:lnTo>
                <a:lnTo>
                  <a:pt x="3521637" y="483001"/>
                </a:lnTo>
                <a:lnTo>
                  <a:pt x="3992987" y="954364"/>
                </a:lnTo>
                <a:lnTo>
                  <a:pt x="4461599" y="485738"/>
                </a:lnTo>
                <a:lnTo>
                  <a:pt x="4461599" y="424543"/>
                </a:lnTo>
                <a:lnTo>
                  <a:pt x="4037068" y="1"/>
                </a:lnTo>
                <a:lnTo>
                  <a:pt x="4089312" y="1"/>
                </a:lnTo>
                <a:lnTo>
                  <a:pt x="4488534" y="399237"/>
                </a:lnTo>
                <a:lnTo>
                  <a:pt x="4548100" y="399237"/>
                </a:lnTo>
                <a:lnTo>
                  <a:pt x="4947332" y="4"/>
                </a:lnTo>
                <a:lnTo>
                  <a:pt x="4999581" y="4"/>
                </a:lnTo>
                <a:lnTo>
                  <a:pt x="4572422" y="427156"/>
                </a:lnTo>
                <a:lnTo>
                  <a:pt x="4572422" y="483126"/>
                </a:lnTo>
                <a:lnTo>
                  <a:pt x="5043667" y="954362"/>
                </a:lnTo>
                <a:lnTo>
                  <a:pt x="5512409" y="485609"/>
                </a:lnTo>
                <a:lnTo>
                  <a:pt x="5512409" y="424674"/>
                </a:lnTo>
                <a:lnTo>
                  <a:pt x="5087742" y="1"/>
                </a:lnTo>
                <a:lnTo>
                  <a:pt x="5139977" y="1"/>
                </a:lnTo>
                <a:lnTo>
                  <a:pt x="5539215" y="399237"/>
                </a:lnTo>
                <a:lnTo>
                  <a:pt x="5598781" y="399237"/>
                </a:lnTo>
                <a:lnTo>
                  <a:pt x="5998007" y="2"/>
                </a:lnTo>
                <a:lnTo>
                  <a:pt x="6050249" y="2"/>
                </a:lnTo>
                <a:lnTo>
                  <a:pt x="5623232" y="427030"/>
                </a:lnTo>
                <a:lnTo>
                  <a:pt x="5623232" y="483255"/>
                </a:lnTo>
                <a:lnTo>
                  <a:pt x="6094326" y="954363"/>
                </a:lnTo>
                <a:lnTo>
                  <a:pt x="6563205" y="485481"/>
                </a:lnTo>
                <a:lnTo>
                  <a:pt x="6563205" y="4247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327E-9B1B-4E38-A636-144F3F2A0331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907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6E444-C02B-4786-8E3F-4E1BE33889E1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55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89052-5A6F-4BC0-8E9B-C01E4A8EE395}" type="datetime1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2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56531-5994-4D5B-BD44-56267D02CE99}" type="datetime1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81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3CD2-910E-497B-9DB0-59F6596DA954}" type="datetime1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60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E4006-7A6E-4048-A19D-6EBC9783B245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05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9356-1A2C-4A86-A6E9-9CF3075B211D}" type="datetime1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8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928F-D30A-4749-8E72-97A964993D75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27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E889A-1EA5-45C2-9D55-4BFD25ACDCE7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5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D8FE88-0D07-4733-91D9-598F0DF12593}" type="datetime1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9D52E84-9329-415B-A58A-6298AEDC72B6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67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3E3D-7B1A-958B-EB94-A31EA22F5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structure lecture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41061-2AEB-0DA9-BFE2-EC546FD560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PRESENTED BY </a:t>
            </a:r>
          </a:p>
          <a:p>
            <a:r>
              <a:rPr lang="en-IN" b="1" dirty="0"/>
              <a:t>MR. N. K. S. YADAV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F4BF2-13BB-0C57-3CDB-51E224C58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08D9B-1DCE-E635-119D-9F187D7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377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B4142-72BA-77B2-89D7-7318BF6E1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AD2C2-F07F-1CA5-2997-BD60A6804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Linked List</a:t>
            </a:r>
            <a:r>
              <a:rPr lang="en-US" dirty="0"/>
              <a:t> is a </a:t>
            </a:r>
            <a:r>
              <a:rPr lang="en-US" b="1" dirty="0"/>
              <a:t>linear data structure</a:t>
            </a:r>
            <a:r>
              <a:rPr lang="en-US" dirty="0"/>
              <a:t> in which elements are stored in </a:t>
            </a:r>
            <a:r>
              <a:rPr lang="en-US" b="1" dirty="0"/>
              <a:t>separate memory locations</a:t>
            </a:r>
            <a:r>
              <a:rPr lang="en-US" dirty="0"/>
              <a:t> and are connected using </a:t>
            </a:r>
            <a:r>
              <a:rPr lang="en-US" b="1" dirty="0"/>
              <a:t>pointers (links)</a:t>
            </a:r>
            <a:r>
              <a:rPr lang="en-US" dirty="0"/>
              <a:t>.</a:t>
            </a:r>
          </a:p>
          <a:p>
            <a:r>
              <a:rPr lang="en-US" dirty="0"/>
              <a:t>Unlike arrays, linked lists do not store elements in </a:t>
            </a:r>
            <a:r>
              <a:rPr lang="en-US" b="1" dirty="0"/>
              <a:t>contiguous memory locations</a:t>
            </a:r>
            <a:r>
              <a:rPr lang="en-US" dirty="0"/>
              <a:t>.</a:t>
            </a:r>
          </a:p>
          <a:p>
            <a:r>
              <a:rPr lang="en-US" dirty="0"/>
              <a:t>Each element of a linked list is called a </a:t>
            </a:r>
            <a:r>
              <a:rPr lang="en-US" b="1" dirty="0"/>
              <a:t>Node</a:t>
            </a:r>
            <a:r>
              <a:rPr lang="en-US" dirty="0"/>
              <a:t>.</a:t>
            </a:r>
          </a:p>
          <a:p>
            <a:r>
              <a:rPr lang="en-US" dirty="0"/>
              <a:t>A node contains two parts: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Data</a:t>
            </a:r>
            <a:r>
              <a:rPr lang="en-US" dirty="0"/>
              <a:t> – the value stored in the node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Pointer (Link)</a:t>
            </a:r>
            <a:r>
              <a:rPr lang="en-US" dirty="0"/>
              <a:t> – the address of the next node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46C41-D507-BDDE-42B6-D336396F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6B89F-7CE5-AD82-E773-2021DF68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299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A018-8D2F-57D5-E313-A0E51C298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Linked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A47AC-B03A-0B46-2582-3612E5F76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032" y="2462783"/>
            <a:ext cx="8598568" cy="2879237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0DFA5D-2018-1B18-D1A4-F171C8CCC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9DBD27-7C16-C293-143C-7ED3FB80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80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BA59-FDAF-C856-C929-FCB07932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7CDC6-7425-9554-7E41-51E5B2BA8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Dynamic size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Efficient insertion and deletion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Memory allocated when needed</a:t>
            </a:r>
          </a:p>
          <a:p>
            <a:r>
              <a:rPr lang="en-US" b="1" dirty="0"/>
              <a:t>Disadvantages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Extra memory for pointers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Sequential access only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Complex implementation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B65CD-1D9C-7162-DC37-63D64448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5A04C-227C-FC0A-AE19-B274B4BE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5EEE6-3F26-2E4C-4019-A7F788E1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Node in 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6BBB6-6C69-7EA5-43A1-0923E048B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struct node</a:t>
            </a:r>
          </a:p>
          <a:p>
            <a:r>
              <a:rPr lang="en-US" b="1" dirty="0"/>
              <a:t>{</a:t>
            </a:r>
          </a:p>
          <a:p>
            <a:r>
              <a:rPr lang="en-US" b="1" dirty="0"/>
              <a:t>    int data;</a:t>
            </a:r>
          </a:p>
          <a:p>
            <a:r>
              <a:rPr lang="en-US" b="1" dirty="0"/>
              <a:t>    struct node *next;</a:t>
            </a:r>
          </a:p>
          <a:p>
            <a:r>
              <a:rPr lang="en-US" b="1" dirty="0"/>
              <a:t>};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data → stores value</a:t>
            </a:r>
          </a:p>
          <a:p>
            <a:pPr marL="0" indent="0">
              <a:buNone/>
            </a:pPr>
            <a:r>
              <a:rPr lang="en-US" dirty="0"/>
              <a:t>next → stores address of next node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839E3-A46D-8F89-AC6A-2AEAB618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2555A-6958-59E8-37D6-627BA5238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05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75F4-B1EA-B29C-A851-4AF58CE5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Node Using malloc()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FB60A-6548-97AB-FA58-6D63E2E1F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struct node *</a:t>
            </a:r>
            <a:r>
              <a:rPr lang="en-IN" b="1" dirty="0" err="1"/>
              <a:t>newnode</a:t>
            </a:r>
            <a:r>
              <a:rPr lang="en-IN" b="1" dirty="0"/>
              <a:t>;</a:t>
            </a:r>
          </a:p>
          <a:p>
            <a:r>
              <a:rPr lang="en-IN" b="1" dirty="0" err="1"/>
              <a:t>newnode</a:t>
            </a:r>
            <a:r>
              <a:rPr lang="en-IN" b="1" dirty="0"/>
              <a:t> = (struct node*)malloc(</a:t>
            </a:r>
            <a:r>
              <a:rPr lang="en-IN" b="1" dirty="0" err="1"/>
              <a:t>sizeof</a:t>
            </a:r>
            <a:r>
              <a:rPr lang="en-IN" b="1" dirty="0"/>
              <a:t>(struct node));</a:t>
            </a:r>
          </a:p>
          <a:p>
            <a:endParaRPr lang="en-IN" dirty="0"/>
          </a:p>
          <a:p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malloc() → allocates memory dynamically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sizeof</a:t>
            </a:r>
            <a:r>
              <a:rPr lang="en-US" dirty="0"/>
              <a:t>(struct node) → size of node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AC9B0-04C8-22F3-FA46-F0D4B5C1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F9390-DAE0-A6B3-12DB-7DD4A598D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3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C14E-A610-AFA4-B006-0AACFB213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Linked List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7919C3-E0DA-9A7D-01EB-4F808FE8B0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234708"/>
            <a:ext cx="771881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Singly Linked List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Doubly Linked List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Circular Linked List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Circular Doubly Linked List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C6F3E-85D8-198A-5AB3-AF26ECDD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9E634-D0DD-84B7-D0E4-7A948D31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388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4133-2AB0-39B9-A217-4CE754B5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ADA02-92FE-ABAA-0970-505DC2EC7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a </a:t>
            </a:r>
            <a:r>
              <a:rPr lang="en-US" b="1" dirty="0"/>
              <a:t>Singly Linked List</a:t>
            </a:r>
            <a:r>
              <a:rPr lang="en-US" dirty="0"/>
              <a:t>, each node contains: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pointer to next node</a:t>
            </a:r>
          </a:p>
          <a:p>
            <a:endParaRPr lang="en-IN" dirty="0"/>
          </a:p>
          <a:p>
            <a:r>
              <a:rPr lang="en-IN" dirty="0"/>
              <a:t>Head</a:t>
            </a:r>
          </a:p>
          <a:p>
            <a:r>
              <a:rPr lang="en-IN" dirty="0"/>
              <a:t> |</a:t>
            </a:r>
          </a:p>
          <a:p>
            <a:r>
              <a:rPr lang="en-IN" dirty="0"/>
              <a:t> v</a:t>
            </a:r>
          </a:p>
          <a:p>
            <a:r>
              <a:rPr lang="en-IN" dirty="0"/>
              <a:t>+----+------+    +----+------+    +----+------+</a:t>
            </a:r>
          </a:p>
          <a:p>
            <a:r>
              <a:rPr lang="en-IN" dirty="0"/>
              <a:t>|10  |  o---|---&gt;|20  |  o---|---&gt;|30  | NULL |</a:t>
            </a:r>
          </a:p>
          <a:p>
            <a:r>
              <a:rPr lang="en-IN" dirty="0"/>
              <a:t>+----+------+    +----+------+    +----+------+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4926A-B41F-7484-FE38-BE41CF760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85CC7-8CEE-A759-3815-9B7C8555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897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41C1-4025-DE0D-6C9D-61F91980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Operations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E8A08A-FE9C-DF67-40C9-039EDB4526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1346168"/>
            <a:ext cx="203453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Traversal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E7BEB-5106-1D8B-40DE-012E42BE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ACC75-DBF6-2BDA-CCC1-788B87CB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14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539F4-CCA2-9C1C-0429-8657EC02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Program to Create and Display Linked List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557A3D-663D-4B5E-C287-70E0A3A414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9057" y="1900719"/>
            <a:ext cx="5154718" cy="4664468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42DD61-1BCE-CEB3-1A0D-CC53E8816C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8226" y="1726058"/>
            <a:ext cx="5154718" cy="4921322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10A92A-CEC3-FD4D-9EDC-8605E2405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4D37068-9AC2-A109-38F8-E42BEFC66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891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23E4D-CADE-0502-2D0E-B184AB642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38D67-7A3A-EE03-7711-1D69D349A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Enter data: 10</a:t>
            </a:r>
          </a:p>
          <a:p>
            <a:r>
              <a:rPr lang="en-US" dirty="0"/>
              <a:t>Do you want to add another node? (1/0): 1</a:t>
            </a:r>
          </a:p>
          <a:p>
            <a:endParaRPr lang="en-US" dirty="0"/>
          </a:p>
          <a:p>
            <a:r>
              <a:rPr lang="en-US" dirty="0"/>
              <a:t>Enter data: 20</a:t>
            </a:r>
          </a:p>
          <a:p>
            <a:r>
              <a:rPr lang="en-US" dirty="0"/>
              <a:t>Do you want to add another node? (1/0): 1</a:t>
            </a:r>
          </a:p>
          <a:p>
            <a:endParaRPr lang="en-US" dirty="0"/>
          </a:p>
          <a:p>
            <a:r>
              <a:rPr lang="en-US" dirty="0"/>
              <a:t>Enter data: 30</a:t>
            </a:r>
          </a:p>
          <a:p>
            <a:r>
              <a:rPr lang="en-US" dirty="0"/>
              <a:t>Do you want to add another node? (1/0): 0</a:t>
            </a:r>
          </a:p>
          <a:p>
            <a:endParaRPr lang="en-US" dirty="0"/>
          </a:p>
          <a:p>
            <a:r>
              <a:rPr lang="en-US" dirty="0"/>
              <a:t>Linked List: 10 -&gt; 20 -&gt; 30 -&gt; NULL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A5127-E692-8714-4EAC-584A688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B498A-59EF-B949-00C7-C7511C61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07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6D14-7B53-27A9-C573-ED5210F48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Insertion in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8CA59-CB44-2F00-DFBE-49B3980A9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b="1" dirty="0"/>
              <a:t>3 ways of insertion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Insertion at beginning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Insertion at end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Insertion at position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9BFC6-5DB0-FE7D-2BED-9BE9CBB89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72563-FED7-C316-2DA6-C33C6F5F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106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D378-0AA4-D80B-B1EE-A94BA2C8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7C5E2-48AE-DC2B-5B38-3EC78DA57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084832"/>
            <a:ext cx="7988968" cy="4187952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26BDFF-0BB2-F9EC-9F8D-DDD2F92A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D4EC0-4D10-97A4-CC46-FDDEC443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561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16F4-C2C9-4F4B-82E3-8C154281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Deletion in Linked List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3843F9-F773-A32C-29EF-0026651E22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2385983"/>
            <a:ext cx="484728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from beginning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from 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from position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C1DE6-7B97-BA64-FC49-3648B4D0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BF0F2-9FAD-73F6-82DC-29CEDE078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287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C749-2B39-77B4-0BEB-86EA1CC0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for deletion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B21365-AE8F-DD7B-96B0-0E9796AC3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128" y="2084832"/>
            <a:ext cx="5454315" cy="362615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7E7845-0199-82F2-6EEF-6B65BA22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96450-0BDD-AD9D-9E25-512F7BB9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003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4D59-B76A-4CF2-13DE-2253C6B8A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424E3-5DBE-BE00-5877-100F34E61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="1" dirty="0"/>
              <a:t>Doubly Linked List</a:t>
            </a:r>
            <a:r>
              <a:rPr lang="en-US" dirty="0"/>
              <a:t>, each node has </a:t>
            </a:r>
            <a:r>
              <a:rPr lang="en-US" b="1" dirty="0"/>
              <a:t>two pointers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previous pointer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next pointer</a:t>
            </a:r>
          </a:p>
          <a:p>
            <a:endParaRPr lang="en-IN" dirty="0"/>
          </a:p>
          <a:p>
            <a:r>
              <a:rPr lang="en-IN" dirty="0"/>
              <a:t>+------+-------+------+</a:t>
            </a:r>
          </a:p>
          <a:p>
            <a:r>
              <a:rPr lang="en-IN" dirty="0"/>
              <a:t>| Prev | Data  | Next |</a:t>
            </a:r>
          </a:p>
          <a:p>
            <a:r>
              <a:rPr lang="en-IN" dirty="0"/>
              <a:t>+------+-------+------+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B6E44-6F42-590F-3CFA-4878B775F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DCE9F-C395-26EB-35FA-15BEC2BC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14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D1F1-639C-AF72-BCF6-BAD28F21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Doubly Linked List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7D1209-9102-8107-55CF-EF009943F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0021" y="2839453"/>
            <a:ext cx="9416716" cy="271111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5413C5-21C4-5462-4F3D-05D577039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D5F60-6B99-367C-A0BA-4DDFF515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375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AAD8C-3F80-2F49-23F1-66AD65758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62A27-954B-ACC0-DC2D-2FA2C6748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Traversal in both directions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Easier deletion</a:t>
            </a:r>
          </a:p>
          <a:p>
            <a:endParaRPr lang="en-US" dirty="0"/>
          </a:p>
          <a:p>
            <a:r>
              <a:rPr lang="en-US" b="1" dirty="0"/>
              <a:t>Disadvantages: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Extra memory for previous pointer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B4ABD-0D0F-D426-9C06-C6658044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9E359-79D0-9364-E7DA-9EF03984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656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685D-DBAE-97A3-0E74-901982EE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Circular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F7A14-FF0B-1F30-D723-698F7A97A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 a </a:t>
            </a:r>
            <a:r>
              <a:rPr lang="en-US" b="1" dirty="0"/>
              <a:t>Circular Linked List</a:t>
            </a:r>
            <a:r>
              <a:rPr lang="en-US" dirty="0"/>
              <a:t>, the </a:t>
            </a:r>
            <a:r>
              <a:rPr lang="en-US" b="1" dirty="0"/>
              <a:t>last node points to the first node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is </a:t>
            </a:r>
            <a:r>
              <a:rPr lang="en-US" b="1" dirty="0"/>
              <a:t>no NULL pointer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Advantages: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No need to traverse from beginning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Useful in </a:t>
            </a:r>
            <a:r>
              <a:rPr lang="en-US" b="1" dirty="0"/>
              <a:t>round robin scheduling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0C0F2-07A2-8ACA-1A21-CED3409F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F4261-547F-9BC1-96DA-14DD7223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010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5173-281A-B0E8-E170-A449C214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991B-4E7F-92C2-BE6A-7DE902FFC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Circular Linked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BFA60-5EC2-6531-9207-00BC8E68D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57365"/>
            <a:ext cx="9403240" cy="265152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0793D5-44D3-AA2B-EA65-7264564A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DA2D2-A527-1041-9126-8CEB66B5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637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ED18-8262-1C8E-A9DC-6AB29BFD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Circular Doubly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27EE8-4BEA-39EE-536F-61D505CCB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Combination of: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Doubly linked list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Circular linked list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8FC53-4C1B-358A-74B5-4A317FC7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8464A-9970-2006-D560-54A7B489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6623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DA4E4-C872-BB47-EB72-755A5D4F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Circular Doubly Linked List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84DBE4-91A0-711C-B4CA-7C21632A9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105" y="2261937"/>
            <a:ext cx="9111916" cy="235818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D2A1B-A67E-A97A-3C02-199EF4F1F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92D53-1D28-55B9-E3F1-1FD11A46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660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16CE-4645-6B52-1FBC-B1C2608E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Thankyou!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BAD04C-BE61-E37F-18D9-E843FAA2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MR. N. K. S. YADAV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EB0DD-54EE-3D72-048D-1B141D2A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52E84-9329-415B-A58A-6298AEDC72B6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588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125000"/>
              </a:schemeClr>
              <a:schemeClr val="phClr">
                <a:tint val="92000"/>
                <a:shade val="70000"/>
                <a:satMod val="110000"/>
              </a:schemeClr>
            </a:duotone>
          </a:blip>
          <a:tile tx="0" ty="0" sx="22000" sy="2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E736489A-00C3-4E0A-AAA8-D4D3127BA5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45</TotalTime>
  <Words>694</Words>
  <Application>Microsoft Office PowerPoint</Application>
  <PresentationFormat>Widescreen</PresentationFormat>
  <Paragraphs>162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Tw Cen MT</vt:lpstr>
      <vt:lpstr>Tw Cen MT Condensed</vt:lpstr>
      <vt:lpstr>Wingdings 3</vt:lpstr>
      <vt:lpstr>Integral</vt:lpstr>
      <vt:lpstr>Data structure lecture </vt:lpstr>
      <vt:lpstr>Linked List</vt:lpstr>
      <vt:lpstr>Linked List</vt:lpstr>
      <vt:lpstr>Why linked list</vt:lpstr>
      <vt:lpstr>Structure of Node in C</vt:lpstr>
      <vt:lpstr>Creating a Node Using malloc()</vt:lpstr>
      <vt:lpstr>Types of Linked List</vt:lpstr>
      <vt:lpstr>Singly Linked List</vt:lpstr>
      <vt:lpstr>Basic Operations </vt:lpstr>
      <vt:lpstr>C Program to Create and Display Linked List</vt:lpstr>
      <vt:lpstr>Example Output</vt:lpstr>
      <vt:lpstr>Insertion in Linked List</vt:lpstr>
      <vt:lpstr>Code</vt:lpstr>
      <vt:lpstr>Deletion in Linked List</vt:lpstr>
      <vt:lpstr>Code for deletion</vt:lpstr>
      <vt:lpstr>Doubly Linked List</vt:lpstr>
      <vt:lpstr>Doubly Linked List</vt:lpstr>
      <vt:lpstr>Doubly Linked List</vt:lpstr>
      <vt:lpstr>Circular Linked List</vt:lpstr>
      <vt:lpstr>Circular Linked List</vt:lpstr>
      <vt:lpstr>Circular Doubly Linked List</vt:lpstr>
      <vt:lpstr>Circular Doubly Linked List</vt:lpstr>
      <vt:lpstr>Thankyou!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Nitish Kumar</dc:creator>
  <cp:lastModifiedBy>Nitish Kumar</cp:lastModifiedBy>
  <cp:revision>32</cp:revision>
  <dcterms:created xsi:type="dcterms:W3CDTF">2026-03-11T05:32:10Z</dcterms:created>
  <dcterms:modified xsi:type="dcterms:W3CDTF">2026-03-11T06:18:09Z</dcterms:modified>
</cp:coreProperties>
</file>