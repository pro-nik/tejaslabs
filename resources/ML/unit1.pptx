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Training LLMs for Natural Language to SQL Translations for Osquery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Nitish Kumar (24-26-35)</a:t>
            </a:r>
          </a:p>
          <a:p>
            <a:r>
              <a:t>M.Tech CSE (AI)</a:t>
            </a:r>
          </a:p>
          <a:p>
            <a:r>
              <a:t>Defence Institute of Advanced Technology,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Convert natural language queries into SQL for Osquery schema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Optimize accuracy for SELECT, WHERE, JOIN, nested queries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Enable non-SQL users to interact with OSQuery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Construct NL ↔ SQL dataset for Osquery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Fine-tune CodeT5, BART, Qwen-7B models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Implement schema-aware retrieval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Evaluate exact match, component match, SQL validity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Relevance to Defence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Supports cyber-forensics &amp; threat investigation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Reduces dependency on SQL experts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Useful for DRDO, HAL, BEL, NTRO, CDAC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Preprocessing → Schema Linking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LLM Translation Engine (CodeT5, Qwen-7B)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Post-processing with beam search &amp;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CodeT5-base: EM 32.4%, CM 55.8%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CodeT5-large: EM 38.7%, CM 61.2%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Qwen 7B: EM 47.9%, CM 70.6% (Best)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E6F5"/>
                </a:solidFill>
              </a:defRPr>
            </a:pPr>
            <a:r>
              <a:t>Better value grounding using NER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Use reinforcement learning for conditional logic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Dataset augmentation</a:t>
            </a:r>
          </a:p>
          <a:p>
            <a:pPr>
              <a:defRPr sz="2400">
                <a:solidFill>
                  <a:srgbClr val="DCE6F5"/>
                </a:solidFill>
              </a:defRPr>
            </a:pPr>
            <a:r>
              <a:t>Model distillation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